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4" r:id="rId3"/>
    <p:sldId id="265" r:id="rId4"/>
    <p:sldId id="266" r:id="rId5"/>
    <p:sldId id="267" r:id="rId6"/>
    <p:sldId id="263" r:id="rId7"/>
    <p:sldId id="268" r:id="rId8"/>
    <p:sldId id="269" r:id="rId9"/>
    <p:sldId id="271" r:id="rId10"/>
    <p:sldId id="270" r:id="rId11"/>
    <p:sldId id="257" r:id="rId12"/>
    <p:sldId id="258" r:id="rId13"/>
    <p:sldId id="262" r:id="rId14"/>
    <p:sldId id="261" r:id="rId15"/>
    <p:sldId id="259" r:id="rId16"/>
    <p:sldId id="26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60"/>
    <p:restoredTop sz="94694"/>
  </p:normalViewPr>
  <p:slideViewPr>
    <p:cSldViewPr snapToGrid="0">
      <p:cViewPr varScale="1">
        <p:scale>
          <a:sx n="107" d="100"/>
          <a:sy n="107" d="100"/>
        </p:scale>
        <p:origin x="864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81E5D-4B45-9C4E-A54F-4EFA9E1B9FE2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9B04-F09E-AF43-AF41-075D289F7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026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81E5D-4B45-9C4E-A54F-4EFA9E1B9FE2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9B04-F09E-AF43-AF41-075D289F7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904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81E5D-4B45-9C4E-A54F-4EFA9E1B9FE2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9B04-F09E-AF43-AF41-075D289F7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159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81E5D-4B45-9C4E-A54F-4EFA9E1B9FE2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9B04-F09E-AF43-AF41-075D289F7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108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81E5D-4B45-9C4E-A54F-4EFA9E1B9FE2}" type="datetimeFigureOut">
              <a:rPr lang="en-US" smtClean="0"/>
              <a:t>3/24/26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9B04-F09E-AF43-AF41-075D289F7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487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81E5D-4B45-9C4E-A54F-4EFA9E1B9FE2}" type="datetimeFigureOut">
              <a:rPr lang="en-US" smtClean="0"/>
              <a:t>3/24/26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9B04-F09E-AF43-AF41-075D289F7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700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81E5D-4B45-9C4E-A54F-4EFA9E1B9FE2}" type="datetimeFigureOut">
              <a:rPr lang="en-US" smtClean="0"/>
              <a:t>3/24/26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9B04-F09E-AF43-AF41-075D289F7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559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81E5D-4B45-9C4E-A54F-4EFA9E1B9FE2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9B04-F09E-AF43-AF41-075D289F7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741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81E5D-4B45-9C4E-A54F-4EFA9E1B9FE2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9B04-F09E-AF43-AF41-075D289F7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108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81E5D-4B45-9C4E-A54F-4EFA9E1B9FE2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9B04-F09E-AF43-AF41-075D289F7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628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81E5D-4B45-9C4E-A54F-4EFA9E1B9FE2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9B04-F09E-AF43-AF41-075D289F7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603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581E5D-4B45-9C4E-A54F-4EFA9E1B9FE2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AE9B04-F09E-AF43-AF41-075D289F7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532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emf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7" Type="http://schemas.openxmlformats.org/officeDocument/2006/relationships/image" Target="../media/image25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emf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image" Target="../media/image27.emf"/><Relationship Id="rId7" Type="http://schemas.openxmlformats.org/officeDocument/2006/relationships/image" Target="../media/image31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emf"/><Relationship Id="rId5" Type="http://schemas.openxmlformats.org/officeDocument/2006/relationships/image" Target="../media/image29.emf"/><Relationship Id="rId10" Type="http://schemas.openxmlformats.org/officeDocument/2006/relationships/image" Target="../media/image34.emf"/><Relationship Id="rId4" Type="http://schemas.openxmlformats.org/officeDocument/2006/relationships/image" Target="../media/image28.emf"/><Relationship Id="rId9" Type="http://schemas.openxmlformats.org/officeDocument/2006/relationships/image" Target="../media/image33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3" Type="http://schemas.openxmlformats.org/officeDocument/2006/relationships/image" Target="../media/image36.emf"/><Relationship Id="rId7" Type="http://schemas.openxmlformats.org/officeDocument/2006/relationships/image" Target="../media/image40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emf"/><Relationship Id="rId11" Type="http://schemas.openxmlformats.org/officeDocument/2006/relationships/image" Target="../media/image44.emf"/><Relationship Id="rId5" Type="http://schemas.openxmlformats.org/officeDocument/2006/relationships/image" Target="../media/image38.emf"/><Relationship Id="rId10" Type="http://schemas.openxmlformats.org/officeDocument/2006/relationships/image" Target="../media/image43.emf"/><Relationship Id="rId4" Type="http://schemas.openxmlformats.org/officeDocument/2006/relationships/image" Target="../media/image37.emf"/><Relationship Id="rId9" Type="http://schemas.openxmlformats.org/officeDocument/2006/relationships/image" Target="../media/image42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E3FF0-CE68-AC9E-C554-B83DD0D340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Kinematic Wave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D99FFB-EFBF-4D35-CA63-57630248AE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T.N.Olsthoorn</a:t>
            </a:r>
            <a:endParaRPr lang="en-US" dirty="0"/>
          </a:p>
          <a:p>
            <a:r>
              <a:rPr lang="en-US" dirty="0"/>
              <a:t>Sept. 2025</a:t>
            </a:r>
          </a:p>
        </p:txBody>
      </p:sp>
    </p:spTree>
    <p:extLst>
      <p:ext uri="{BB962C8B-B14F-4D97-AF65-F5344CB8AC3E}">
        <p14:creationId xmlns:p14="http://schemas.microsoft.com/office/powerpoint/2010/main" val="978551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0B0E1-4991-C131-5B45-5CA6A99E9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837A1F-D40F-D4A9-17D5-BDDE69942B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2160" y="1825625"/>
            <a:ext cx="613968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34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EFF50-1D01-074A-3324-25E61D724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675164" y="3002704"/>
            <a:ext cx="4513366" cy="609601"/>
          </a:xfrm>
        </p:spPr>
        <p:txBody>
          <a:bodyPr>
            <a:normAutofit fontScale="90000"/>
          </a:bodyPr>
          <a:lstStyle/>
          <a:p>
            <a:r>
              <a:rPr lang="en-US" dirty="0"/>
              <a:t>Richards </a:t>
            </a:r>
            <a:r>
              <a:rPr lang="en-US" dirty="0" err="1"/>
              <a:t>vergelijking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EC67BB2-A526-4011-E8EB-A6CF31E91C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3550" y="441221"/>
            <a:ext cx="2908300" cy="609600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63501D-E3E8-A141-9801-281181013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550" y="1821304"/>
            <a:ext cx="2476500" cy="533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97C8EB-267F-9C73-44EE-C6969098A0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3550" y="3125187"/>
            <a:ext cx="2654300" cy="609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2B6776-AEF1-1437-6CF3-54F4206261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3550" y="4402347"/>
            <a:ext cx="2908300" cy="609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8CAB3C-DC31-00D6-F5DF-111273F6EB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3550" y="5706230"/>
            <a:ext cx="2679700" cy="6096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95A755F5-F01C-B180-2F65-E0602DB4A8E2}"/>
              </a:ext>
            </a:extLst>
          </p:cNvPr>
          <p:cNvGrpSpPr/>
          <p:nvPr/>
        </p:nvGrpSpPr>
        <p:grpSpPr>
          <a:xfrm>
            <a:off x="2873829" y="239344"/>
            <a:ext cx="2426525" cy="2303813"/>
            <a:chOff x="2873829" y="239344"/>
            <a:chExt cx="2426525" cy="2303813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53F8F1F-D4FD-BDEB-01BD-E5CE49913727}"/>
                </a:ext>
              </a:extLst>
            </p:cNvPr>
            <p:cNvSpPr/>
            <p:nvPr/>
          </p:nvSpPr>
          <p:spPr>
            <a:xfrm>
              <a:off x="4690752" y="239344"/>
              <a:ext cx="609602" cy="9144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638FDDC-2E76-AC75-8A53-51F4E1887E2C}"/>
                </a:ext>
              </a:extLst>
            </p:cNvPr>
            <p:cNvSpPr/>
            <p:nvPr/>
          </p:nvSpPr>
          <p:spPr>
            <a:xfrm>
              <a:off x="2873829" y="1628757"/>
              <a:ext cx="609602" cy="9144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Elbow Connector 12">
              <a:extLst>
                <a:ext uri="{FF2B5EF4-FFF2-40B4-BE49-F238E27FC236}">
                  <a16:creationId xmlns:a16="http://schemas.microsoft.com/office/drawing/2014/main" id="{01EE0C77-284C-0703-072F-1216BB5BE042}"/>
                </a:ext>
              </a:extLst>
            </p:cNvPr>
            <p:cNvCxnSpPr>
              <a:cxnSpLocks/>
              <a:stCxn id="10" idx="4"/>
              <a:endCxn id="11" idx="0"/>
            </p:cNvCxnSpPr>
            <p:nvPr/>
          </p:nvCxnSpPr>
          <p:spPr>
            <a:xfrm rot="5400000">
              <a:off x="3849586" y="482789"/>
              <a:ext cx="475013" cy="1816923"/>
            </a:xfrm>
            <a:prstGeom prst="bentConnector3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9080BBC-B4DA-2CED-318D-BFBA77AE4EA8}"/>
              </a:ext>
            </a:extLst>
          </p:cNvPr>
          <p:cNvGrpSpPr/>
          <p:nvPr/>
        </p:nvGrpSpPr>
        <p:grpSpPr>
          <a:xfrm>
            <a:off x="4049486" y="1591149"/>
            <a:ext cx="1560285" cy="2303813"/>
            <a:chOff x="2673780" y="239344"/>
            <a:chExt cx="2920471" cy="2303813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5DA90EE-F5F0-CEF0-B0B7-C959153DE58D}"/>
                </a:ext>
              </a:extLst>
            </p:cNvPr>
            <p:cNvSpPr/>
            <p:nvPr/>
          </p:nvSpPr>
          <p:spPr>
            <a:xfrm>
              <a:off x="4159330" y="239344"/>
              <a:ext cx="1434921" cy="9144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E8BF5B0-10D6-96E0-F64E-81857CE03DEA}"/>
                </a:ext>
              </a:extLst>
            </p:cNvPr>
            <p:cNvSpPr/>
            <p:nvPr/>
          </p:nvSpPr>
          <p:spPr>
            <a:xfrm>
              <a:off x="2673780" y="1628757"/>
              <a:ext cx="1634971" cy="9144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Elbow Connector 22">
              <a:extLst>
                <a:ext uri="{FF2B5EF4-FFF2-40B4-BE49-F238E27FC236}">
                  <a16:creationId xmlns:a16="http://schemas.microsoft.com/office/drawing/2014/main" id="{4D3645CB-3EA3-6935-D5EA-44408086B2A5}"/>
                </a:ext>
              </a:extLst>
            </p:cNvPr>
            <p:cNvCxnSpPr>
              <a:cxnSpLocks/>
              <a:stCxn id="21" idx="4"/>
              <a:endCxn id="22" idx="0"/>
            </p:cNvCxnSpPr>
            <p:nvPr/>
          </p:nvCxnSpPr>
          <p:spPr>
            <a:xfrm rot="5400000">
              <a:off x="3946522" y="698487"/>
              <a:ext cx="475013" cy="1385525"/>
            </a:xfrm>
            <a:prstGeom prst="bentConnector3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67DB26D-0463-5052-45BA-20F9CACC4EAC}"/>
              </a:ext>
            </a:extLst>
          </p:cNvPr>
          <p:cNvGrpSpPr/>
          <p:nvPr/>
        </p:nvGrpSpPr>
        <p:grpSpPr>
          <a:xfrm>
            <a:off x="4102926" y="2980565"/>
            <a:ext cx="383308" cy="2031382"/>
            <a:chOff x="557589" y="239344"/>
            <a:chExt cx="7120268" cy="2130067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6F4DD8E-C84B-C28E-BD2B-1B9EC7385F22}"/>
                </a:ext>
              </a:extLst>
            </p:cNvPr>
            <p:cNvSpPr/>
            <p:nvPr/>
          </p:nvSpPr>
          <p:spPr>
            <a:xfrm>
              <a:off x="557589" y="239344"/>
              <a:ext cx="7120268" cy="9144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6012FB0-667A-67C0-8B33-44754F98D8C1}"/>
                </a:ext>
              </a:extLst>
            </p:cNvPr>
            <p:cNvSpPr/>
            <p:nvPr/>
          </p:nvSpPr>
          <p:spPr>
            <a:xfrm flipH="1">
              <a:off x="557589" y="1628757"/>
              <a:ext cx="7120268" cy="74065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Elbow Connector 30">
              <a:extLst>
                <a:ext uri="{FF2B5EF4-FFF2-40B4-BE49-F238E27FC236}">
                  <a16:creationId xmlns:a16="http://schemas.microsoft.com/office/drawing/2014/main" id="{E977F8D5-5953-AB6F-70DD-BB695C24F969}"/>
                </a:ext>
              </a:extLst>
            </p:cNvPr>
            <p:cNvCxnSpPr>
              <a:cxnSpLocks/>
              <a:stCxn id="29" idx="4"/>
              <a:endCxn id="30" idx="0"/>
            </p:cNvCxnSpPr>
            <p:nvPr/>
          </p:nvCxnSpPr>
          <p:spPr>
            <a:xfrm rot="5400000">
              <a:off x="3880216" y="1279952"/>
              <a:ext cx="475013" cy="235913"/>
            </a:xfrm>
            <a:prstGeom prst="bentConnector3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7C35AD5-5564-9756-887D-CF87DB9EC77F}"/>
              </a:ext>
            </a:extLst>
          </p:cNvPr>
          <p:cNvGrpSpPr/>
          <p:nvPr/>
        </p:nvGrpSpPr>
        <p:grpSpPr>
          <a:xfrm>
            <a:off x="4995555" y="2933547"/>
            <a:ext cx="1179614" cy="2208469"/>
            <a:chOff x="1947988" y="239344"/>
            <a:chExt cx="5152254" cy="2303813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88F0DBDD-0AF7-5755-DBA7-B23358D98B02}"/>
                </a:ext>
              </a:extLst>
            </p:cNvPr>
            <p:cNvSpPr/>
            <p:nvPr/>
          </p:nvSpPr>
          <p:spPr>
            <a:xfrm>
              <a:off x="2361129" y="239344"/>
              <a:ext cx="3233128" cy="9144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991460EF-41E9-9EAE-D90D-D2836EADB3C2}"/>
                </a:ext>
              </a:extLst>
            </p:cNvPr>
            <p:cNvSpPr/>
            <p:nvPr/>
          </p:nvSpPr>
          <p:spPr>
            <a:xfrm>
              <a:off x="1947988" y="1628757"/>
              <a:ext cx="5152254" cy="9144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Elbow Connector 39">
              <a:extLst>
                <a:ext uri="{FF2B5EF4-FFF2-40B4-BE49-F238E27FC236}">
                  <a16:creationId xmlns:a16="http://schemas.microsoft.com/office/drawing/2014/main" id="{C5A6E3E6-CA96-14F1-9320-0CCE40427581}"/>
                </a:ext>
              </a:extLst>
            </p:cNvPr>
            <p:cNvCxnSpPr>
              <a:cxnSpLocks/>
              <a:stCxn id="38" idx="4"/>
              <a:endCxn id="39" idx="0"/>
            </p:cNvCxnSpPr>
            <p:nvPr/>
          </p:nvCxnSpPr>
          <p:spPr>
            <a:xfrm rot="16200000" flipH="1">
              <a:off x="4013399" y="1118039"/>
              <a:ext cx="475014" cy="546422"/>
            </a:xfrm>
            <a:prstGeom prst="bentConnector3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571537D-1B69-6303-447A-FF99298ABDC3}"/>
              </a:ext>
            </a:extLst>
          </p:cNvPr>
          <p:cNvGrpSpPr/>
          <p:nvPr/>
        </p:nvGrpSpPr>
        <p:grpSpPr>
          <a:xfrm>
            <a:off x="5062848" y="4261119"/>
            <a:ext cx="571251" cy="2031382"/>
            <a:chOff x="557570" y="239344"/>
            <a:chExt cx="10611467" cy="2130067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A7BAD59A-4A35-1F08-FC2A-89B2570460DE}"/>
                </a:ext>
              </a:extLst>
            </p:cNvPr>
            <p:cNvSpPr/>
            <p:nvPr/>
          </p:nvSpPr>
          <p:spPr>
            <a:xfrm>
              <a:off x="557570" y="239344"/>
              <a:ext cx="10611467" cy="9144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5503CC0E-D470-87C9-C161-5E967E60E001}"/>
                </a:ext>
              </a:extLst>
            </p:cNvPr>
            <p:cNvSpPr/>
            <p:nvPr/>
          </p:nvSpPr>
          <p:spPr>
            <a:xfrm flipH="1">
              <a:off x="557589" y="1628757"/>
              <a:ext cx="7120268" cy="74065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7" name="Elbow Connector 46">
              <a:extLst>
                <a:ext uri="{FF2B5EF4-FFF2-40B4-BE49-F238E27FC236}">
                  <a16:creationId xmlns:a16="http://schemas.microsoft.com/office/drawing/2014/main" id="{6607DA96-83DB-755F-7821-ACB05D455E3C}"/>
                </a:ext>
              </a:extLst>
            </p:cNvPr>
            <p:cNvCxnSpPr>
              <a:cxnSpLocks/>
              <a:stCxn id="45" idx="4"/>
              <a:endCxn id="46" idx="0"/>
            </p:cNvCxnSpPr>
            <p:nvPr/>
          </p:nvCxnSpPr>
          <p:spPr>
            <a:xfrm rot="5400000">
              <a:off x="4753020" y="518456"/>
              <a:ext cx="475013" cy="1745590"/>
            </a:xfrm>
            <a:prstGeom prst="bentConnector3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55617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36B19-D5C6-57B1-196F-279F7C7D6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866A9-51B9-45A4-13C7-DB800FBF3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675164" y="3002704"/>
            <a:ext cx="4513366" cy="609601"/>
          </a:xfrm>
        </p:spPr>
        <p:txBody>
          <a:bodyPr>
            <a:normAutofit fontScale="90000"/>
          </a:bodyPr>
          <a:lstStyle/>
          <a:p>
            <a:r>
              <a:rPr lang="en-US" dirty="0"/>
              <a:t>Richards </a:t>
            </a:r>
            <a:r>
              <a:rPr lang="en-US" dirty="0" err="1"/>
              <a:t>vergelijking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EBEE2B-41EF-C9D9-4311-9408197FE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050" y="597584"/>
            <a:ext cx="2679700" cy="609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1D1524-290B-CB83-9A6A-B140B96C8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7050" y="2288227"/>
            <a:ext cx="2349500" cy="57150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58D7D261-B7D4-92E7-9082-19F5E30FF49E}"/>
              </a:ext>
            </a:extLst>
          </p:cNvPr>
          <p:cNvGrpSpPr/>
          <p:nvPr/>
        </p:nvGrpSpPr>
        <p:grpSpPr>
          <a:xfrm>
            <a:off x="3515096" y="356258"/>
            <a:ext cx="2090057" cy="2674919"/>
            <a:chOff x="4573650" y="190004"/>
            <a:chExt cx="2090057" cy="2674919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322A0BE-3F61-EC14-A040-2D3EC73F91A3}"/>
                </a:ext>
              </a:extLst>
            </p:cNvPr>
            <p:cNvSpPr/>
            <p:nvPr/>
          </p:nvSpPr>
          <p:spPr>
            <a:xfrm>
              <a:off x="4573650" y="190004"/>
              <a:ext cx="1638794" cy="111811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FE474CE-D6BF-3286-CAE2-31211243031C}"/>
                </a:ext>
              </a:extLst>
            </p:cNvPr>
            <p:cNvSpPr/>
            <p:nvPr/>
          </p:nvSpPr>
          <p:spPr>
            <a:xfrm>
              <a:off x="5749307" y="1950523"/>
              <a:ext cx="914400" cy="9144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Elbow Connector 16">
              <a:extLst>
                <a:ext uri="{FF2B5EF4-FFF2-40B4-BE49-F238E27FC236}">
                  <a16:creationId xmlns:a16="http://schemas.microsoft.com/office/drawing/2014/main" id="{7BCB7B8F-0700-9C14-A5B8-FB5478BA6CC2}"/>
                </a:ext>
              </a:extLst>
            </p:cNvPr>
            <p:cNvCxnSpPr>
              <a:cxnSpLocks/>
              <a:stCxn id="15" idx="4"/>
              <a:endCxn id="16" idx="0"/>
            </p:cNvCxnSpPr>
            <p:nvPr/>
          </p:nvCxnSpPr>
          <p:spPr>
            <a:xfrm rot="16200000" flipH="1">
              <a:off x="5478575" y="1222591"/>
              <a:ext cx="642404" cy="813460"/>
            </a:xfrm>
            <a:prstGeom prst="bentConnector3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883D445-B09D-D5D3-04B7-DB1CBA7AADE9}"/>
              </a:ext>
            </a:extLst>
          </p:cNvPr>
          <p:cNvGrpSpPr/>
          <p:nvPr/>
        </p:nvGrpSpPr>
        <p:grpSpPr>
          <a:xfrm>
            <a:off x="3770413" y="283030"/>
            <a:ext cx="2171207" cy="2753092"/>
            <a:chOff x="3215903" y="190004"/>
            <a:chExt cx="2171207" cy="2753092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F0BFF18C-2A74-5612-34F5-CD9FEA7AB2B9}"/>
                </a:ext>
              </a:extLst>
            </p:cNvPr>
            <p:cNvSpPr/>
            <p:nvPr/>
          </p:nvSpPr>
          <p:spPr>
            <a:xfrm>
              <a:off x="4573650" y="190004"/>
              <a:ext cx="813460" cy="111811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3BDD1A3-F982-651D-0917-1076B304C38D}"/>
                </a:ext>
              </a:extLst>
            </p:cNvPr>
            <p:cNvSpPr/>
            <p:nvPr/>
          </p:nvSpPr>
          <p:spPr>
            <a:xfrm>
              <a:off x="3215903" y="2028696"/>
              <a:ext cx="813461" cy="9144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Elbow Connector 35">
              <a:extLst>
                <a:ext uri="{FF2B5EF4-FFF2-40B4-BE49-F238E27FC236}">
                  <a16:creationId xmlns:a16="http://schemas.microsoft.com/office/drawing/2014/main" id="{7E5FF49D-97C3-33ED-D028-0C041C260C0A}"/>
                </a:ext>
              </a:extLst>
            </p:cNvPr>
            <p:cNvCxnSpPr>
              <a:cxnSpLocks/>
              <a:stCxn id="34" idx="4"/>
              <a:endCxn id="35" idx="0"/>
            </p:cNvCxnSpPr>
            <p:nvPr/>
          </p:nvCxnSpPr>
          <p:spPr>
            <a:xfrm rot="5400000">
              <a:off x="3941219" y="989534"/>
              <a:ext cx="720577" cy="1357746"/>
            </a:xfrm>
            <a:prstGeom prst="bentConnector3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8" name="Picture 47">
            <a:extLst>
              <a:ext uri="{FF2B5EF4-FFF2-40B4-BE49-F238E27FC236}">
                <a16:creationId xmlns:a16="http://schemas.microsoft.com/office/drawing/2014/main" id="{B4563BE9-F425-113E-E3FD-D13B43C6D9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3400" y="3536129"/>
            <a:ext cx="2667000" cy="571500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973BBA10-F522-EDA4-0710-36742B6E261A}"/>
              </a:ext>
            </a:extLst>
          </p:cNvPr>
          <p:cNvGrpSpPr/>
          <p:nvPr/>
        </p:nvGrpSpPr>
        <p:grpSpPr>
          <a:xfrm>
            <a:off x="3800105" y="2268191"/>
            <a:ext cx="429820" cy="1948399"/>
            <a:chOff x="4906162" y="405741"/>
            <a:chExt cx="429820" cy="1948399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BEB56886-B162-25AC-2F38-0729C95C2001}"/>
                </a:ext>
              </a:extLst>
            </p:cNvPr>
            <p:cNvSpPr/>
            <p:nvPr/>
          </p:nvSpPr>
          <p:spPr>
            <a:xfrm>
              <a:off x="4918037" y="405741"/>
              <a:ext cx="380009" cy="70050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2E13E47-F165-E257-08A2-FD3784108651}"/>
                </a:ext>
              </a:extLst>
            </p:cNvPr>
            <p:cNvSpPr/>
            <p:nvPr/>
          </p:nvSpPr>
          <p:spPr>
            <a:xfrm>
              <a:off x="4906162" y="1673679"/>
              <a:ext cx="429820" cy="68046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Elbow Connector 51">
              <a:extLst>
                <a:ext uri="{FF2B5EF4-FFF2-40B4-BE49-F238E27FC236}">
                  <a16:creationId xmlns:a16="http://schemas.microsoft.com/office/drawing/2014/main" id="{AA388B6F-EADA-3D8D-7227-14131103F8FA}"/>
                </a:ext>
              </a:extLst>
            </p:cNvPr>
            <p:cNvCxnSpPr>
              <a:cxnSpLocks/>
              <a:stCxn id="50" idx="4"/>
              <a:endCxn id="51" idx="0"/>
            </p:cNvCxnSpPr>
            <p:nvPr/>
          </p:nvCxnSpPr>
          <p:spPr>
            <a:xfrm rot="16200000" flipH="1">
              <a:off x="4830839" y="1383445"/>
              <a:ext cx="567437" cy="13030"/>
            </a:xfrm>
            <a:prstGeom prst="bentConnector3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0C88308-4339-E9AE-889D-6ED0A4303E22}"/>
              </a:ext>
            </a:extLst>
          </p:cNvPr>
          <p:cNvGrpSpPr/>
          <p:nvPr/>
        </p:nvGrpSpPr>
        <p:grpSpPr>
          <a:xfrm>
            <a:off x="4653149" y="2242463"/>
            <a:ext cx="720272" cy="1974127"/>
            <a:chOff x="4918037" y="405741"/>
            <a:chExt cx="720272" cy="1974127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38D3ACB3-5F19-3F1C-E37E-E562E1BCA0C6}"/>
                </a:ext>
              </a:extLst>
            </p:cNvPr>
            <p:cNvSpPr/>
            <p:nvPr/>
          </p:nvSpPr>
          <p:spPr>
            <a:xfrm>
              <a:off x="4918037" y="405741"/>
              <a:ext cx="380009" cy="70050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7E452FBF-CD8A-015B-50EC-9528C7F89A9D}"/>
                </a:ext>
              </a:extLst>
            </p:cNvPr>
            <p:cNvSpPr/>
            <p:nvPr/>
          </p:nvSpPr>
          <p:spPr>
            <a:xfrm>
              <a:off x="4918037" y="1699407"/>
              <a:ext cx="720272" cy="68046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3" name="Elbow Connector 62">
              <a:extLst>
                <a:ext uri="{FF2B5EF4-FFF2-40B4-BE49-F238E27FC236}">
                  <a16:creationId xmlns:a16="http://schemas.microsoft.com/office/drawing/2014/main" id="{DA615461-1326-C2AB-FE9B-D8B471A33278}"/>
                </a:ext>
              </a:extLst>
            </p:cNvPr>
            <p:cNvCxnSpPr>
              <a:cxnSpLocks/>
              <a:stCxn id="61" idx="4"/>
              <a:endCxn id="62" idx="0"/>
            </p:cNvCxnSpPr>
            <p:nvPr/>
          </p:nvCxnSpPr>
          <p:spPr>
            <a:xfrm rot="16200000" flipH="1">
              <a:off x="4896525" y="1317758"/>
              <a:ext cx="593165" cy="170131"/>
            </a:xfrm>
            <a:prstGeom prst="bentConnector3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35806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3B40A-D909-E57B-C1F5-F1B47789B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47701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Exacte</a:t>
            </a:r>
            <a:r>
              <a:rPr lang="en-US" dirty="0"/>
              <a:t> </a:t>
            </a:r>
            <a:r>
              <a:rPr lang="en-US" dirty="0" err="1"/>
              <a:t>oplossing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 err="1">
                <a:sym typeface="Wingdings" pitchFamily="2" charset="2"/>
              </a:rPr>
              <a:t>Staprespons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79C433-E76C-800F-E75F-3368041FC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1216973"/>
            <a:ext cx="7632700" cy="647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03F89E-412B-3FE4-FAAD-CC198B8C2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774" y="2119954"/>
            <a:ext cx="77724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16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9EFC2-D5D8-911F-A53B-1AFCFAA1F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Inpusrespons</a:t>
            </a:r>
            <a:r>
              <a:rPr lang="en-US" dirty="0"/>
              <a:t> / </a:t>
            </a:r>
            <a:r>
              <a:rPr lang="en-US" dirty="0" err="1"/>
              <a:t>blokrespons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DBA24F-244B-E596-37BC-3C8C01911B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2029619"/>
            <a:ext cx="7886700" cy="394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852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71C8F-2176-0706-F1F0-1F968F927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Resultaat</a:t>
            </a:r>
            <a:r>
              <a:rPr lang="en-US" dirty="0"/>
              <a:t> </a:t>
            </a:r>
            <a:r>
              <a:rPr lang="en-US" dirty="0" err="1"/>
              <a:t>sterk</a:t>
            </a:r>
            <a:r>
              <a:rPr lang="en-US" dirty="0"/>
              <a:t> </a:t>
            </a:r>
            <a:r>
              <a:rPr lang="en-US" dirty="0" err="1"/>
              <a:t>afhankelijk</a:t>
            </a:r>
            <a:r>
              <a:rPr lang="en-US" dirty="0"/>
              <a:t> van    ,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CB896E-9735-1F30-1A81-FB3064D41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99" y="2104902"/>
            <a:ext cx="7772400" cy="3886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B99A10-2D46-7EE3-C309-1C9C70C5E4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3679" y="816183"/>
            <a:ext cx="228639" cy="3810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3731AD-EAE4-6866-2BB2-4F46B64362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2980" y="821712"/>
            <a:ext cx="228640" cy="36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643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BBB57-E24A-DF41-D455-343DCA71A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891392" y="2716494"/>
            <a:ext cx="3749389" cy="1325563"/>
          </a:xfrm>
        </p:spPr>
        <p:txBody>
          <a:bodyPr/>
          <a:lstStyle/>
          <a:p>
            <a:r>
              <a:rPr lang="en-US" dirty="0" err="1"/>
              <a:t>Kinmatic</a:t>
            </a:r>
            <a:r>
              <a:rPr lang="en-US" dirty="0"/>
              <a:t> wave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27804AC-DCE4-2AFB-46A5-CC0469847F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9799" y="681287"/>
            <a:ext cx="2908300" cy="609600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BF82AE-5F5A-1424-A9E5-C74D030A1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1886198"/>
            <a:ext cx="1524000" cy="533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50605A-5FA3-0FC2-7580-ED7409A068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450" y="3124203"/>
            <a:ext cx="2451100" cy="6096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E1133692-B1F2-B7FE-5A30-29B8321DCB4A}"/>
              </a:ext>
            </a:extLst>
          </p:cNvPr>
          <p:cNvGrpSpPr/>
          <p:nvPr/>
        </p:nvGrpSpPr>
        <p:grpSpPr>
          <a:xfrm>
            <a:off x="4156364" y="1676320"/>
            <a:ext cx="1876300" cy="2223733"/>
            <a:chOff x="2355357" y="319424"/>
            <a:chExt cx="1876300" cy="2223733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6B06F23-E0B0-1ECF-800B-F437DE750465}"/>
                </a:ext>
              </a:extLst>
            </p:cNvPr>
            <p:cNvSpPr/>
            <p:nvPr/>
          </p:nvSpPr>
          <p:spPr>
            <a:xfrm>
              <a:off x="2355357" y="319424"/>
              <a:ext cx="720437" cy="9144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FC05AA4-EA53-D57C-5F8E-32BE4E4CF232}"/>
                </a:ext>
              </a:extLst>
            </p:cNvPr>
            <p:cNvSpPr/>
            <p:nvPr/>
          </p:nvSpPr>
          <p:spPr>
            <a:xfrm>
              <a:off x="2466192" y="1628757"/>
              <a:ext cx="1765465" cy="9144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Elbow Connector 9">
              <a:extLst>
                <a:ext uri="{FF2B5EF4-FFF2-40B4-BE49-F238E27FC236}">
                  <a16:creationId xmlns:a16="http://schemas.microsoft.com/office/drawing/2014/main" id="{00A5CEDF-132B-3BE8-4434-BC470E1688FF}"/>
                </a:ext>
              </a:extLst>
            </p:cNvPr>
            <p:cNvCxnSpPr>
              <a:cxnSpLocks/>
              <a:stCxn id="8" idx="4"/>
              <a:endCxn id="9" idx="0"/>
            </p:cNvCxnSpPr>
            <p:nvPr/>
          </p:nvCxnSpPr>
          <p:spPr>
            <a:xfrm rot="16200000" flipH="1">
              <a:off x="2834784" y="1114615"/>
              <a:ext cx="394933" cy="633349"/>
            </a:xfrm>
            <a:prstGeom prst="bentConnector3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33B157E-C48F-1793-8073-FE038FCA06AC}"/>
              </a:ext>
            </a:extLst>
          </p:cNvPr>
          <p:cNvSpPr/>
          <p:nvPr/>
        </p:nvSpPr>
        <p:spPr>
          <a:xfrm>
            <a:off x="4738255" y="528887"/>
            <a:ext cx="554184" cy="914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Multiply 18">
            <a:extLst>
              <a:ext uri="{FF2B5EF4-FFF2-40B4-BE49-F238E27FC236}">
                <a16:creationId xmlns:a16="http://schemas.microsoft.com/office/drawing/2014/main" id="{F79061EA-7D2E-6A76-6285-7B2193EA02C3}"/>
              </a:ext>
            </a:extLst>
          </p:cNvPr>
          <p:cNvSpPr/>
          <p:nvPr/>
        </p:nvSpPr>
        <p:spPr>
          <a:xfrm>
            <a:off x="4516582" y="495179"/>
            <a:ext cx="914400" cy="914400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D9D3C1A-DF5B-327E-8E17-635ED12397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6518" y="4373583"/>
            <a:ext cx="2044700" cy="5334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53BAE2A-16A0-CB5E-78DF-698C1E5AE0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6694" y="6029778"/>
            <a:ext cx="1943100" cy="54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085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9551F-50DF-7006-461B-7946BEAF1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Onwikkeling</a:t>
            </a:r>
            <a:r>
              <a:rPr lang="en-US" dirty="0"/>
              <a:t> van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staart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4F6BB8-BDB9-D3DA-00EF-4FA8DCE33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532906"/>
            <a:ext cx="77724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980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FEA7A14-E9A7-BC9B-4B49-0B234632F39C}"/>
              </a:ext>
            </a:extLst>
          </p:cNvPr>
          <p:cNvCxnSpPr>
            <a:cxnSpLocks/>
          </p:cNvCxnSpPr>
          <p:nvPr/>
        </p:nvCxnSpPr>
        <p:spPr>
          <a:xfrm>
            <a:off x="973777" y="4476997"/>
            <a:ext cx="76002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form 6">
            <a:extLst>
              <a:ext uri="{FF2B5EF4-FFF2-40B4-BE49-F238E27FC236}">
                <a16:creationId xmlns:a16="http://schemas.microsoft.com/office/drawing/2014/main" id="{A6CDDBD8-F9E4-BDAB-DDED-A6E28F64AFAF}"/>
              </a:ext>
            </a:extLst>
          </p:cNvPr>
          <p:cNvSpPr/>
          <p:nvPr/>
        </p:nvSpPr>
        <p:spPr>
          <a:xfrm>
            <a:off x="1009403" y="1316108"/>
            <a:ext cx="7077693" cy="2335616"/>
          </a:xfrm>
          <a:custGeom>
            <a:avLst/>
            <a:gdLst>
              <a:gd name="csX0" fmla="*/ 0 w 7077693"/>
              <a:gd name="csY0" fmla="*/ 1662546 h 2268187"/>
              <a:gd name="csX1" fmla="*/ 1888176 w 7077693"/>
              <a:gd name="csY1" fmla="*/ 2268187 h 2268187"/>
              <a:gd name="csX2" fmla="*/ 3918857 w 7077693"/>
              <a:gd name="csY2" fmla="*/ 0 h 2268187"/>
              <a:gd name="csX3" fmla="*/ 7077693 w 7077693"/>
              <a:gd name="csY3" fmla="*/ 1900052 h 2268187"/>
              <a:gd name="csX0" fmla="*/ 0 w 7077693"/>
              <a:gd name="csY0" fmla="*/ 1664601 h 2270242"/>
              <a:gd name="csX1" fmla="*/ 1888176 w 7077693"/>
              <a:gd name="csY1" fmla="*/ 2270242 h 2270242"/>
              <a:gd name="csX2" fmla="*/ 3918857 w 7077693"/>
              <a:gd name="csY2" fmla="*/ 2055 h 2270242"/>
              <a:gd name="csX3" fmla="*/ 7077693 w 7077693"/>
              <a:gd name="csY3" fmla="*/ 1902107 h 2270242"/>
              <a:gd name="csX0" fmla="*/ 0 w 7077693"/>
              <a:gd name="csY0" fmla="*/ 1664601 h 2335616"/>
              <a:gd name="csX1" fmla="*/ 1888176 w 7077693"/>
              <a:gd name="csY1" fmla="*/ 2270242 h 2335616"/>
              <a:gd name="csX2" fmla="*/ 3918857 w 7077693"/>
              <a:gd name="csY2" fmla="*/ 2055 h 2335616"/>
              <a:gd name="csX3" fmla="*/ 7077693 w 7077693"/>
              <a:gd name="csY3" fmla="*/ 1902107 h 23356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077693" h="2335616">
                <a:moveTo>
                  <a:pt x="0" y="1664601"/>
                </a:moveTo>
                <a:cubicBezTo>
                  <a:pt x="629392" y="1866481"/>
                  <a:pt x="1235033" y="2547333"/>
                  <a:pt x="1888176" y="2270242"/>
                </a:cubicBezTo>
                <a:cubicBezTo>
                  <a:pt x="2541319" y="1993151"/>
                  <a:pt x="3053938" y="63411"/>
                  <a:pt x="3918857" y="2055"/>
                </a:cubicBezTo>
                <a:cubicBezTo>
                  <a:pt x="4783776" y="-59301"/>
                  <a:pt x="6024748" y="1268756"/>
                  <a:pt x="7077693" y="190210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358383B8-1A8E-3F78-1A5B-2E759D171812}"/>
              </a:ext>
            </a:extLst>
          </p:cNvPr>
          <p:cNvSpPr/>
          <p:nvPr/>
        </p:nvSpPr>
        <p:spPr>
          <a:xfrm>
            <a:off x="1494318" y="1280558"/>
            <a:ext cx="6614555" cy="2393569"/>
          </a:xfrm>
          <a:custGeom>
            <a:avLst/>
            <a:gdLst>
              <a:gd name="csX0" fmla="*/ 0 w 7077693"/>
              <a:gd name="csY0" fmla="*/ 1662546 h 2268187"/>
              <a:gd name="csX1" fmla="*/ 1888176 w 7077693"/>
              <a:gd name="csY1" fmla="*/ 2268187 h 2268187"/>
              <a:gd name="csX2" fmla="*/ 3918857 w 7077693"/>
              <a:gd name="csY2" fmla="*/ 0 h 2268187"/>
              <a:gd name="csX3" fmla="*/ 7077693 w 7077693"/>
              <a:gd name="csY3" fmla="*/ 1900052 h 2268187"/>
              <a:gd name="csX0" fmla="*/ 0 w 7077693"/>
              <a:gd name="csY0" fmla="*/ 1664601 h 2270242"/>
              <a:gd name="csX1" fmla="*/ 1888176 w 7077693"/>
              <a:gd name="csY1" fmla="*/ 2270242 h 2270242"/>
              <a:gd name="csX2" fmla="*/ 3918857 w 7077693"/>
              <a:gd name="csY2" fmla="*/ 2055 h 2270242"/>
              <a:gd name="csX3" fmla="*/ 7077693 w 7077693"/>
              <a:gd name="csY3" fmla="*/ 1902107 h 2270242"/>
              <a:gd name="csX0" fmla="*/ 0 w 7077693"/>
              <a:gd name="csY0" fmla="*/ 1664601 h 2335616"/>
              <a:gd name="csX1" fmla="*/ 1888176 w 7077693"/>
              <a:gd name="csY1" fmla="*/ 2270242 h 2335616"/>
              <a:gd name="csX2" fmla="*/ 3918857 w 7077693"/>
              <a:gd name="csY2" fmla="*/ 2055 h 2335616"/>
              <a:gd name="csX3" fmla="*/ 7077693 w 7077693"/>
              <a:gd name="csY3" fmla="*/ 1902107 h 2335616"/>
              <a:gd name="csX0" fmla="*/ 0 w 7077693"/>
              <a:gd name="csY0" fmla="*/ 1723893 h 2398342"/>
              <a:gd name="csX1" fmla="*/ 1888176 w 7077693"/>
              <a:gd name="csY1" fmla="*/ 2329534 h 2398342"/>
              <a:gd name="csX2" fmla="*/ 4952010 w 7077693"/>
              <a:gd name="csY2" fmla="*/ 1970 h 2398342"/>
              <a:gd name="csX3" fmla="*/ 7077693 w 7077693"/>
              <a:gd name="csY3" fmla="*/ 1961399 h 2398342"/>
              <a:gd name="csX0" fmla="*/ 0 w 7077693"/>
              <a:gd name="csY0" fmla="*/ 1721926 h 2396375"/>
              <a:gd name="csX1" fmla="*/ 1888176 w 7077693"/>
              <a:gd name="csY1" fmla="*/ 2327567 h 2396375"/>
              <a:gd name="csX2" fmla="*/ 4952010 w 7077693"/>
              <a:gd name="csY2" fmla="*/ 3 h 2396375"/>
              <a:gd name="csX3" fmla="*/ 7077693 w 7077693"/>
              <a:gd name="csY3" fmla="*/ 1959432 h 2396375"/>
              <a:gd name="csX0" fmla="*/ 0 w 7077693"/>
              <a:gd name="csY0" fmla="*/ 1721926 h 2396375"/>
              <a:gd name="csX1" fmla="*/ 1888176 w 7077693"/>
              <a:gd name="csY1" fmla="*/ 2327567 h 2396375"/>
              <a:gd name="csX2" fmla="*/ 4952010 w 7077693"/>
              <a:gd name="csY2" fmla="*/ 3 h 2396375"/>
              <a:gd name="csX3" fmla="*/ 7077693 w 7077693"/>
              <a:gd name="csY3" fmla="*/ 1959432 h 2396375"/>
              <a:gd name="csX0" fmla="*/ 0 w 6780810"/>
              <a:gd name="csY0" fmla="*/ 1674424 h 2390317"/>
              <a:gd name="csX1" fmla="*/ 1591293 w 6780810"/>
              <a:gd name="csY1" fmla="*/ 2327567 h 2390317"/>
              <a:gd name="csX2" fmla="*/ 4655127 w 6780810"/>
              <a:gd name="csY2" fmla="*/ 3 h 2390317"/>
              <a:gd name="csX3" fmla="*/ 6780810 w 6780810"/>
              <a:gd name="csY3" fmla="*/ 1959432 h 2390317"/>
              <a:gd name="csX0" fmla="*/ 0 w 6780810"/>
              <a:gd name="csY0" fmla="*/ 1674424 h 2395063"/>
              <a:gd name="csX1" fmla="*/ 1591293 w 6780810"/>
              <a:gd name="csY1" fmla="*/ 2327567 h 2395063"/>
              <a:gd name="csX2" fmla="*/ 4655127 w 6780810"/>
              <a:gd name="csY2" fmla="*/ 3 h 2395063"/>
              <a:gd name="csX3" fmla="*/ 6780810 w 6780810"/>
              <a:gd name="csY3" fmla="*/ 1959432 h 2395063"/>
              <a:gd name="csX0" fmla="*/ 0 w 6614555"/>
              <a:gd name="csY0" fmla="*/ 1650673 h 2391946"/>
              <a:gd name="csX1" fmla="*/ 1425038 w 6614555"/>
              <a:gd name="csY1" fmla="*/ 2327567 h 2391946"/>
              <a:gd name="csX2" fmla="*/ 4488872 w 6614555"/>
              <a:gd name="csY2" fmla="*/ 3 h 2391946"/>
              <a:gd name="csX3" fmla="*/ 6614555 w 6614555"/>
              <a:gd name="csY3" fmla="*/ 1959432 h 2391946"/>
              <a:gd name="csX0" fmla="*/ 0 w 6614555"/>
              <a:gd name="csY0" fmla="*/ 1650673 h 2393569"/>
              <a:gd name="csX1" fmla="*/ 1425038 w 6614555"/>
              <a:gd name="csY1" fmla="*/ 2327567 h 2393569"/>
              <a:gd name="csX2" fmla="*/ 4488872 w 6614555"/>
              <a:gd name="csY2" fmla="*/ 3 h 2393569"/>
              <a:gd name="csX3" fmla="*/ 6614555 w 6614555"/>
              <a:gd name="csY3" fmla="*/ 1959432 h 2393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614555" h="2393569">
                <a:moveTo>
                  <a:pt x="0" y="1650673"/>
                </a:moveTo>
                <a:cubicBezTo>
                  <a:pt x="629392" y="1947555"/>
                  <a:pt x="676893" y="2602679"/>
                  <a:pt x="1425038" y="2327567"/>
                </a:cubicBezTo>
                <a:cubicBezTo>
                  <a:pt x="2173183" y="2052455"/>
                  <a:pt x="3125190" y="1982"/>
                  <a:pt x="4488872" y="3"/>
                </a:cubicBezTo>
                <a:cubicBezTo>
                  <a:pt x="5852554" y="-1976"/>
                  <a:pt x="5692239" y="1219203"/>
                  <a:pt x="6614555" y="1959432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2EF7195-6CCD-7BE5-D498-AD41914A8888}"/>
              </a:ext>
            </a:extLst>
          </p:cNvPr>
          <p:cNvCxnSpPr>
            <a:cxnSpLocks/>
          </p:cNvCxnSpPr>
          <p:nvPr/>
        </p:nvCxnSpPr>
        <p:spPr>
          <a:xfrm>
            <a:off x="4892634" y="1306285"/>
            <a:ext cx="926275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6A79583-CF22-7460-9801-9CF527E9CBA9}"/>
              </a:ext>
            </a:extLst>
          </p:cNvPr>
          <p:cNvCxnSpPr>
            <a:cxnSpLocks/>
          </p:cNvCxnSpPr>
          <p:nvPr/>
        </p:nvCxnSpPr>
        <p:spPr>
          <a:xfrm>
            <a:off x="6125687" y="1292431"/>
            <a:ext cx="926275" cy="0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9691784-3F95-2E0F-F4CF-AFC79E344566}"/>
              </a:ext>
            </a:extLst>
          </p:cNvPr>
          <p:cNvCxnSpPr>
            <a:cxnSpLocks/>
          </p:cNvCxnSpPr>
          <p:nvPr/>
        </p:nvCxnSpPr>
        <p:spPr>
          <a:xfrm>
            <a:off x="4095013" y="1945573"/>
            <a:ext cx="500737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19ED184-FA20-69E7-B6EF-AB6C0C027862}"/>
              </a:ext>
            </a:extLst>
          </p:cNvPr>
          <p:cNvCxnSpPr>
            <a:cxnSpLocks/>
          </p:cNvCxnSpPr>
          <p:nvPr/>
        </p:nvCxnSpPr>
        <p:spPr>
          <a:xfrm>
            <a:off x="7049988" y="1979222"/>
            <a:ext cx="500737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626705C4-EA28-85A7-DF08-2EEBFA9CD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 err="1"/>
              <a:t>Ontstaan</a:t>
            </a:r>
            <a:r>
              <a:rPr lang="en-US" dirty="0"/>
              <a:t> van </a:t>
            </a:r>
            <a:r>
              <a:rPr lang="en-US" dirty="0" err="1"/>
              <a:t>vochtfronten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332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34163568-50F9-51B5-AC45-4511BB715532}"/>
              </a:ext>
            </a:extLst>
          </p:cNvPr>
          <p:cNvGrpSpPr/>
          <p:nvPr/>
        </p:nvGrpSpPr>
        <p:grpSpPr>
          <a:xfrm>
            <a:off x="1235034" y="225633"/>
            <a:ext cx="2090057" cy="1505503"/>
            <a:chOff x="1235034" y="748145"/>
            <a:chExt cx="6388924" cy="414251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F0E1724-96A5-21EA-EF9D-6D4F31A5B101}"/>
                </a:ext>
              </a:extLst>
            </p:cNvPr>
            <p:cNvCxnSpPr>
              <a:cxnSpLocks/>
            </p:cNvCxnSpPr>
            <p:nvPr/>
          </p:nvCxnSpPr>
          <p:spPr>
            <a:xfrm>
              <a:off x="1235034" y="4738255"/>
              <a:ext cx="638892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1824344-9B49-0867-A1B7-8A463C78AC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87434" y="748145"/>
              <a:ext cx="0" cy="414251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73BEC07-4FA8-C51B-7A55-05C2382B6EF9}"/>
                </a:ext>
              </a:extLst>
            </p:cNvPr>
            <p:cNvSpPr/>
            <p:nvPr/>
          </p:nvSpPr>
          <p:spPr>
            <a:xfrm>
              <a:off x="1387436" y="2173184"/>
              <a:ext cx="3519155" cy="2612573"/>
            </a:xfrm>
            <a:custGeom>
              <a:avLst/>
              <a:gdLst>
                <a:gd name="connsiteX0" fmla="*/ 0 w 1555668"/>
                <a:gd name="connsiteY0" fmla="*/ 2576946 h 2612572"/>
                <a:gd name="connsiteX1" fmla="*/ 0 w 1555668"/>
                <a:gd name="connsiteY1" fmla="*/ 2576946 h 2612572"/>
                <a:gd name="connsiteX2" fmla="*/ 0 w 1555668"/>
                <a:gd name="connsiteY2" fmla="*/ 0 h 2612572"/>
                <a:gd name="connsiteX3" fmla="*/ 1555668 w 1555668"/>
                <a:gd name="connsiteY3" fmla="*/ 0 h 2612572"/>
                <a:gd name="connsiteX4" fmla="*/ 1555668 w 1555668"/>
                <a:gd name="connsiteY4" fmla="*/ 2612572 h 2612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5668" h="2612572">
                  <a:moveTo>
                    <a:pt x="0" y="2576946"/>
                  </a:moveTo>
                  <a:lnTo>
                    <a:pt x="0" y="2576946"/>
                  </a:lnTo>
                  <a:lnTo>
                    <a:pt x="0" y="0"/>
                  </a:lnTo>
                  <a:lnTo>
                    <a:pt x="1555668" y="0"/>
                  </a:lnTo>
                  <a:lnTo>
                    <a:pt x="1555668" y="2612572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A1C04BD-0039-9847-6374-8812DBDA074E}"/>
              </a:ext>
            </a:extLst>
          </p:cNvPr>
          <p:cNvGrpSpPr/>
          <p:nvPr/>
        </p:nvGrpSpPr>
        <p:grpSpPr>
          <a:xfrm>
            <a:off x="1235034" y="1855216"/>
            <a:ext cx="2090057" cy="1505503"/>
            <a:chOff x="1235034" y="748145"/>
            <a:chExt cx="6388924" cy="414251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D5E93D-A245-02E3-C649-10D4F6B5D22E}"/>
                </a:ext>
              </a:extLst>
            </p:cNvPr>
            <p:cNvCxnSpPr>
              <a:cxnSpLocks/>
            </p:cNvCxnSpPr>
            <p:nvPr/>
          </p:nvCxnSpPr>
          <p:spPr>
            <a:xfrm>
              <a:off x="1235034" y="4738255"/>
              <a:ext cx="638892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1F9469E-DC79-A20A-1F7E-E29F672925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87434" y="748145"/>
              <a:ext cx="0" cy="414251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3409AF1-08D8-07CD-6B42-B2F0ED327969}"/>
              </a:ext>
            </a:extLst>
          </p:cNvPr>
          <p:cNvGrpSpPr/>
          <p:nvPr/>
        </p:nvGrpSpPr>
        <p:grpSpPr>
          <a:xfrm>
            <a:off x="1235034" y="3587690"/>
            <a:ext cx="2090057" cy="1505503"/>
            <a:chOff x="1235034" y="748145"/>
            <a:chExt cx="6388924" cy="4142510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7222002-F361-0983-AAD3-13B512B7AC42}"/>
                </a:ext>
              </a:extLst>
            </p:cNvPr>
            <p:cNvCxnSpPr>
              <a:cxnSpLocks/>
            </p:cNvCxnSpPr>
            <p:nvPr/>
          </p:nvCxnSpPr>
          <p:spPr>
            <a:xfrm>
              <a:off x="1235034" y="4738255"/>
              <a:ext cx="638892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E518A9B-02E6-B480-440D-FF2C21BC6A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87434" y="748145"/>
              <a:ext cx="0" cy="414251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Freeform 26">
            <a:extLst>
              <a:ext uri="{FF2B5EF4-FFF2-40B4-BE49-F238E27FC236}">
                <a16:creationId xmlns:a16="http://schemas.microsoft.com/office/drawing/2014/main" id="{A04BF9A9-6D2E-9C58-9D93-77401FE5C0D5}"/>
              </a:ext>
            </a:extLst>
          </p:cNvPr>
          <p:cNvSpPr/>
          <p:nvPr/>
        </p:nvSpPr>
        <p:spPr>
          <a:xfrm>
            <a:off x="1294039" y="2359198"/>
            <a:ext cx="807893" cy="942144"/>
          </a:xfrm>
          <a:custGeom>
            <a:avLst/>
            <a:gdLst>
              <a:gd name="connsiteX0" fmla="*/ 0 w 807522"/>
              <a:gd name="connsiteY0" fmla="*/ 926276 h 926276"/>
              <a:gd name="connsiteX1" fmla="*/ 273133 w 807522"/>
              <a:gd name="connsiteY1" fmla="*/ 296883 h 926276"/>
              <a:gd name="connsiteX2" fmla="*/ 807522 w 807522"/>
              <a:gd name="connsiteY2" fmla="*/ 0 h 926276"/>
              <a:gd name="connsiteX0" fmla="*/ 0 w 807522"/>
              <a:gd name="connsiteY0" fmla="*/ 926276 h 926276"/>
              <a:gd name="connsiteX1" fmla="*/ 273133 w 807522"/>
              <a:gd name="connsiteY1" fmla="*/ 296883 h 926276"/>
              <a:gd name="connsiteX2" fmla="*/ 807522 w 807522"/>
              <a:gd name="connsiteY2" fmla="*/ 0 h 926276"/>
              <a:gd name="connsiteX0" fmla="*/ 0 w 807522"/>
              <a:gd name="connsiteY0" fmla="*/ 926276 h 926276"/>
              <a:gd name="connsiteX1" fmla="*/ 273133 w 807522"/>
              <a:gd name="connsiteY1" fmla="*/ 296883 h 926276"/>
              <a:gd name="connsiteX2" fmla="*/ 807522 w 807522"/>
              <a:gd name="connsiteY2" fmla="*/ 0 h 926276"/>
              <a:gd name="connsiteX0" fmla="*/ 0 w 807522"/>
              <a:gd name="connsiteY0" fmla="*/ 926276 h 926276"/>
              <a:gd name="connsiteX1" fmla="*/ 807522 w 807522"/>
              <a:gd name="connsiteY1" fmla="*/ 0 h 926276"/>
              <a:gd name="connsiteX0" fmla="*/ 332 w 807854"/>
              <a:gd name="connsiteY0" fmla="*/ 926276 h 926276"/>
              <a:gd name="connsiteX1" fmla="*/ 807854 w 807854"/>
              <a:gd name="connsiteY1" fmla="*/ 0 h 926276"/>
              <a:gd name="connsiteX0" fmla="*/ 482 w 808004"/>
              <a:gd name="connsiteY0" fmla="*/ 926276 h 926276"/>
              <a:gd name="connsiteX1" fmla="*/ 808004 w 808004"/>
              <a:gd name="connsiteY1" fmla="*/ 0 h 926276"/>
              <a:gd name="connsiteX0" fmla="*/ 371 w 807893"/>
              <a:gd name="connsiteY0" fmla="*/ 926276 h 926276"/>
              <a:gd name="connsiteX1" fmla="*/ 807893 w 807893"/>
              <a:gd name="connsiteY1" fmla="*/ 0 h 926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07893" h="926276">
                <a:moveTo>
                  <a:pt x="371" y="926276"/>
                </a:moveTo>
                <a:cubicBezTo>
                  <a:pt x="-15463" y="356260"/>
                  <a:pt x="479342" y="106879"/>
                  <a:pt x="807893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B053E415-BCBA-D2B7-74DF-9993273CD800}"/>
              </a:ext>
            </a:extLst>
          </p:cNvPr>
          <p:cNvSpPr/>
          <p:nvPr/>
        </p:nvSpPr>
        <p:spPr>
          <a:xfrm>
            <a:off x="1294038" y="4071062"/>
            <a:ext cx="1814505" cy="962753"/>
          </a:xfrm>
          <a:custGeom>
            <a:avLst/>
            <a:gdLst>
              <a:gd name="connsiteX0" fmla="*/ 0 w 807522"/>
              <a:gd name="connsiteY0" fmla="*/ 926276 h 926276"/>
              <a:gd name="connsiteX1" fmla="*/ 273133 w 807522"/>
              <a:gd name="connsiteY1" fmla="*/ 296883 h 926276"/>
              <a:gd name="connsiteX2" fmla="*/ 807522 w 807522"/>
              <a:gd name="connsiteY2" fmla="*/ 0 h 926276"/>
              <a:gd name="connsiteX0" fmla="*/ 0 w 807522"/>
              <a:gd name="connsiteY0" fmla="*/ 926276 h 926276"/>
              <a:gd name="connsiteX1" fmla="*/ 273133 w 807522"/>
              <a:gd name="connsiteY1" fmla="*/ 296883 h 926276"/>
              <a:gd name="connsiteX2" fmla="*/ 807522 w 807522"/>
              <a:gd name="connsiteY2" fmla="*/ 0 h 926276"/>
              <a:gd name="connsiteX0" fmla="*/ 0 w 807522"/>
              <a:gd name="connsiteY0" fmla="*/ 926276 h 926276"/>
              <a:gd name="connsiteX1" fmla="*/ 273133 w 807522"/>
              <a:gd name="connsiteY1" fmla="*/ 296883 h 926276"/>
              <a:gd name="connsiteX2" fmla="*/ 807522 w 807522"/>
              <a:gd name="connsiteY2" fmla="*/ 0 h 926276"/>
              <a:gd name="connsiteX0" fmla="*/ 0 w 807522"/>
              <a:gd name="connsiteY0" fmla="*/ 926276 h 926276"/>
              <a:gd name="connsiteX1" fmla="*/ 807522 w 807522"/>
              <a:gd name="connsiteY1" fmla="*/ 0 h 926276"/>
              <a:gd name="connsiteX0" fmla="*/ 332 w 807854"/>
              <a:gd name="connsiteY0" fmla="*/ 926276 h 926276"/>
              <a:gd name="connsiteX1" fmla="*/ 807854 w 807854"/>
              <a:gd name="connsiteY1" fmla="*/ 0 h 926276"/>
              <a:gd name="connsiteX0" fmla="*/ 482 w 808004"/>
              <a:gd name="connsiteY0" fmla="*/ 926276 h 926276"/>
              <a:gd name="connsiteX1" fmla="*/ 808004 w 808004"/>
              <a:gd name="connsiteY1" fmla="*/ 0 h 926276"/>
              <a:gd name="connsiteX0" fmla="*/ 371 w 807893"/>
              <a:gd name="connsiteY0" fmla="*/ 926276 h 926276"/>
              <a:gd name="connsiteX1" fmla="*/ 807893 w 807893"/>
              <a:gd name="connsiteY1" fmla="*/ 0 h 926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07893" h="926276">
                <a:moveTo>
                  <a:pt x="371" y="926276"/>
                </a:moveTo>
                <a:cubicBezTo>
                  <a:pt x="-15463" y="356260"/>
                  <a:pt x="479342" y="106879"/>
                  <a:pt x="807893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816D7C9-0093-0758-8980-7BB3ECE77CA2}"/>
              </a:ext>
            </a:extLst>
          </p:cNvPr>
          <p:cNvGrpSpPr/>
          <p:nvPr/>
        </p:nvGrpSpPr>
        <p:grpSpPr>
          <a:xfrm>
            <a:off x="1235033" y="5294237"/>
            <a:ext cx="3051959" cy="1505503"/>
            <a:chOff x="1235034" y="748145"/>
            <a:chExt cx="9329283" cy="4142510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A618FD6-3156-C660-FB9A-43DA6F610962}"/>
                </a:ext>
              </a:extLst>
            </p:cNvPr>
            <p:cNvCxnSpPr>
              <a:cxnSpLocks/>
            </p:cNvCxnSpPr>
            <p:nvPr/>
          </p:nvCxnSpPr>
          <p:spPr>
            <a:xfrm>
              <a:off x="1235034" y="4738256"/>
              <a:ext cx="932928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3C40B75-9B3A-5238-0B57-E8D86BAF63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87434" y="748145"/>
              <a:ext cx="0" cy="414251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Freeform 33">
            <a:extLst>
              <a:ext uri="{FF2B5EF4-FFF2-40B4-BE49-F238E27FC236}">
                <a16:creationId xmlns:a16="http://schemas.microsoft.com/office/drawing/2014/main" id="{A44F54A0-E5DB-411B-039A-74D5F27FA7FE}"/>
              </a:ext>
            </a:extLst>
          </p:cNvPr>
          <p:cNvSpPr/>
          <p:nvPr/>
        </p:nvSpPr>
        <p:spPr>
          <a:xfrm>
            <a:off x="1277360" y="6020791"/>
            <a:ext cx="2712828" cy="723563"/>
          </a:xfrm>
          <a:custGeom>
            <a:avLst/>
            <a:gdLst>
              <a:gd name="connsiteX0" fmla="*/ 0 w 807522"/>
              <a:gd name="connsiteY0" fmla="*/ 926276 h 926276"/>
              <a:gd name="connsiteX1" fmla="*/ 273133 w 807522"/>
              <a:gd name="connsiteY1" fmla="*/ 296883 h 926276"/>
              <a:gd name="connsiteX2" fmla="*/ 807522 w 807522"/>
              <a:gd name="connsiteY2" fmla="*/ 0 h 926276"/>
              <a:gd name="connsiteX0" fmla="*/ 0 w 807522"/>
              <a:gd name="connsiteY0" fmla="*/ 926276 h 926276"/>
              <a:gd name="connsiteX1" fmla="*/ 273133 w 807522"/>
              <a:gd name="connsiteY1" fmla="*/ 296883 h 926276"/>
              <a:gd name="connsiteX2" fmla="*/ 807522 w 807522"/>
              <a:gd name="connsiteY2" fmla="*/ 0 h 926276"/>
              <a:gd name="connsiteX0" fmla="*/ 0 w 807522"/>
              <a:gd name="connsiteY0" fmla="*/ 926276 h 926276"/>
              <a:gd name="connsiteX1" fmla="*/ 273133 w 807522"/>
              <a:gd name="connsiteY1" fmla="*/ 296883 h 926276"/>
              <a:gd name="connsiteX2" fmla="*/ 807522 w 807522"/>
              <a:gd name="connsiteY2" fmla="*/ 0 h 926276"/>
              <a:gd name="connsiteX0" fmla="*/ 0 w 807522"/>
              <a:gd name="connsiteY0" fmla="*/ 926276 h 926276"/>
              <a:gd name="connsiteX1" fmla="*/ 807522 w 807522"/>
              <a:gd name="connsiteY1" fmla="*/ 0 h 926276"/>
              <a:gd name="connsiteX0" fmla="*/ 332 w 807854"/>
              <a:gd name="connsiteY0" fmla="*/ 926276 h 926276"/>
              <a:gd name="connsiteX1" fmla="*/ 807854 w 807854"/>
              <a:gd name="connsiteY1" fmla="*/ 0 h 926276"/>
              <a:gd name="connsiteX0" fmla="*/ 482 w 808004"/>
              <a:gd name="connsiteY0" fmla="*/ 926276 h 926276"/>
              <a:gd name="connsiteX1" fmla="*/ 808004 w 808004"/>
              <a:gd name="connsiteY1" fmla="*/ 0 h 926276"/>
              <a:gd name="connsiteX0" fmla="*/ 371 w 807893"/>
              <a:gd name="connsiteY0" fmla="*/ 926276 h 926276"/>
              <a:gd name="connsiteX1" fmla="*/ 807893 w 807893"/>
              <a:gd name="connsiteY1" fmla="*/ 0 h 926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07893" h="926276">
                <a:moveTo>
                  <a:pt x="371" y="926276"/>
                </a:moveTo>
                <a:cubicBezTo>
                  <a:pt x="-15463" y="356260"/>
                  <a:pt x="479342" y="106879"/>
                  <a:pt x="807893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F49C83D-D634-FA58-E5FB-F1235991636F}"/>
              </a:ext>
            </a:extLst>
          </p:cNvPr>
          <p:cNvCxnSpPr>
            <a:cxnSpLocks/>
          </p:cNvCxnSpPr>
          <p:nvPr/>
        </p:nvCxnSpPr>
        <p:spPr>
          <a:xfrm>
            <a:off x="3990188" y="6020791"/>
            <a:ext cx="5" cy="7235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BF667D8-855E-D3E5-EE95-F210E8ECBAE3}"/>
              </a:ext>
            </a:extLst>
          </p:cNvPr>
          <p:cNvCxnSpPr>
            <a:cxnSpLocks/>
          </p:cNvCxnSpPr>
          <p:nvPr/>
        </p:nvCxnSpPr>
        <p:spPr>
          <a:xfrm>
            <a:off x="3108538" y="4067070"/>
            <a:ext cx="0" cy="9747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Freeform 45">
            <a:extLst>
              <a:ext uri="{FF2B5EF4-FFF2-40B4-BE49-F238E27FC236}">
                <a16:creationId xmlns:a16="http://schemas.microsoft.com/office/drawing/2014/main" id="{9C528E01-CD5B-FF5E-DBA4-F581FB2F65F4}"/>
              </a:ext>
            </a:extLst>
          </p:cNvPr>
          <p:cNvSpPr/>
          <p:nvPr/>
        </p:nvSpPr>
        <p:spPr>
          <a:xfrm>
            <a:off x="2101932" y="2363190"/>
            <a:ext cx="700645" cy="961901"/>
          </a:xfrm>
          <a:custGeom>
            <a:avLst/>
            <a:gdLst>
              <a:gd name="connsiteX0" fmla="*/ 0 w 700645"/>
              <a:gd name="connsiteY0" fmla="*/ 0 h 961901"/>
              <a:gd name="connsiteX1" fmla="*/ 700645 w 700645"/>
              <a:gd name="connsiteY1" fmla="*/ 0 h 961901"/>
              <a:gd name="connsiteX2" fmla="*/ 700645 w 700645"/>
              <a:gd name="connsiteY2" fmla="*/ 961901 h 961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645" h="961901">
                <a:moveTo>
                  <a:pt x="0" y="0"/>
                </a:moveTo>
                <a:lnTo>
                  <a:pt x="700645" y="0"/>
                </a:lnTo>
                <a:lnTo>
                  <a:pt x="700645" y="961901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CE93D6FF-DEF4-74EA-8059-D6B3A5406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385" y="519303"/>
            <a:ext cx="177800" cy="1905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C8783D1-4E02-BECA-D33D-55F5748D9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056" y="2096745"/>
            <a:ext cx="177800" cy="1905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06F23EF5-6B27-A258-6167-883241F57B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479" y="3864190"/>
            <a:ext cx="177800" cy="19050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0D001C1A-51E4-638A-5714-AC674C56A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5426" y="466275"/>
            <a:ext cx="190500" cy="177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F71A54B7-EAD3-3F03-2C3A-D6F4ED509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848" y="2126842"/>
            <a:ext cx="190500" cy="17780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4335C13F-E45B-225F-EE59-0A9E7D8B6C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7315" y="483672"/>
            <a:ext cx="190500" cy="1905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869EBFE3-C8C0-9151-221B-795B5451B0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0319" y="2366327"/>
            <a:ext cx="203200" cy="17780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E8977CC5-9250-E29C-300B-57D4DA5C75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2103" y="3991270"/>
            <a:ext cx="203200" cy="177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E882DB59-2DAB-228C-0964-172884BB6B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7045" y="5746837"/>
            <a:ext cx="203200" cy="17780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A353D192-D057-FA90-7558-1B66AF4D83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827" y="927439"/>
            <a:ext cx="203200" cy="177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5B1F0F61-FC8C-55C8-598D-19AB44BBE6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6043" y="4278254"/>
            <a:ext cx="190500" cy="17780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0C940E62-01E8-88E1-7377-6670332452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8458" y="5962570"/>
            <a:ext cx="190500" cy="177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580DE96E-878A-36FD-5526-54A3904074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6659" y="1606304"/>
            <a:ext cx="190500" cy="17780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BEB8A27D-5DDE-D1EB-95ED-DEFF83634F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807" y="3266871"/>
            <a:ext cx="190500" cy="177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AB3CDF35-6A70-A39A-4187-9A4CFECC79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0830" y="4927438"/>
            <a:ext cx="190500" cy="17780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952D7442-CF70-3758-DA53-CAFA02EEB5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455" y="6625606"/>
            <a:ext cx="190500" cy="17780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DF213C15-43BE-3D05-A0E9-AA0EAA8D59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0303" y="2756234"/>
            <a:ext cx="190500" cy="177800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34C72D28-1B25-1B40-A267-27278CCF71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324" y="1269842"/>
            <a:ext cx="190500" cy="177800"/>
          </a:xfrm>
          <a:prstGeom prst="rect">
            <a:avLst/>
          </a:prstGeom>
        </p:spPr>
      </p:pic>
      <p:sp>
        <p:nvSpPr>
          <p:cNvPr id="65" name="Right Arrow 64">
            <a:extLst>
              <a:ext uri="{FF2B5EF4-FFF2-40B4-BE49-F238E27FC236}">
                <a16:creationId xmlns:a16="http://schemas.microsoft.com/office/drawing/2014/main" id="{AE42097C-2A05-1206-9A93-AF3ECD92B1DF}"/>
              </a:ext>
            </a:extLst>
          </p:cNvPr>
          <p:cNvSpPr/>
          <p:nvPr/>
        </p:nvSpPr>
        <p:spPr>
          <a:xfrm>
            <a:off x="2434443" y="1089871"/>
            <a:ext cx="308742" cy="2260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ight Arrow 65">
            <a:extLst>
              <a:ext uri="{FF2B5EF4-FFF2-40B4-BE49-F238E27FC236}">
                <a16:creationId xmlns:a16="http://schemas.microsoft.com/office/drawing/2014/main" id="{4B0F08BE-FFD9-A3D1-9229-7712DE3C2401}"/>
              </a:ext>
            </a:extLst>
          </p:cNvPr>
          <p:cNvSpPr/>
          <p:nvPr/>
        </p:nvSpPr>
        <p:spPr>
          <a:xfrm>
            <a:off x="2812474" y="2655438"/>
            <a:ext cx="308742" cy="2260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ight Arrow 66">
            <a:extLst>
              <a:ext uri="{FF2B5EF4-FFF2-40B4-BE49-F238E27FC236}">
                <a16:creationId xmlns:a16="http://schemas.microsoft.com/office/drawing/2014/main" id="{89A800E2-4FAB-2BE0-4321-41952E042F5B}"/>
              </a:ext>
            </a:extLst>
          </p:cNvPr>
          <p:cNvSpPr/>
          <p:nvPr/>
        </p:nvSpPr>
        <p:spPr>
          <a:xfrm>
            <a:off x="3119249" y="4363505"/>
            <a:ext cx="308742" cy="2260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ight Arrow 67">
            <a:extLst>
              <a:ext uri="{FF2B5EF4-FFF2-40B4-BE49-F238E27FC236}">
                <a16:creationId xmlns:a16="http://schemas.microsoft.com/office/drawing/2014/main" id="{D6CC9464-8E17-FD06-BB53-23592527EA5B}"/>
              </a:ext>
            </a:extLst>
          </p:cNvPr>
          <p:cNvSpPr/>
          <p:nvPr/>
        </p:nvSpPr>
        <p:spPr>
          <a:xfrm>
            <a:off x="4007920" y="6237826"/>
            <a:ext cx="203195" cy="2260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154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8AC59-4620-5697-035C-E0147037A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roup 85">
            <a:extLst>
              <a:ext uri="{FF2B5EF4-FFF2-40B4-BE49-F238E27FC236}">
                <a16:creationId xmlns:a16="http://schemas.microsoft.com/office/drawing/2014/main" id="{747F783F-2FC0-40F2-5943-3EA506540BE6}"/>
              </a:ext>
            </a:extLst>
          </p:cNvPr>
          <p:cNvGrpSpPr/>
          <p:nvPr/>
        </p:nvGrpSpPr>
        <p:grpSpPr>
          <a:xfrm>
            <a:off x="1047257" y="519303"/>
            <a:ext cx="4534146" cy="1207556"/>
            <a:chOff x="1047257" y="519303"/>
            <a:chExt cx="4534146" cy="1207556"/>
          </a:xfrm>
        </p:grpSpPr>
        <p:sp>
          <p:nvSpPr>
            <p:cNvPr id="65" name="Right Arrow 64">
              <a:extLst>
                <a:ext uri="{FF2B5EF4-FFF2-40B4-BE49-F238E27FC236}">
                  <a16:creationId xmlns:a16="http://schemas.microsoft.com/office/drawing/2014/main" id="{695EF0A1-70F4-BE0A-0837-28E6B03B5551}"/>
                </a:ext>
              </a:extLst>
            </p:cNvPr>
            <p:cNvSpPr/>
            <p:nvPr/>
          </p:nvSpPr>
          <p:spPr>
            <a:xfrm>
              <a:off x="4804291" y="1005297"/>
              <a:ext cx="308742" cy="226036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FB8659B-56B1-9760-4F1A-5A9AE5A87D5A}"/>
                </a:ext>
              </a:extLst>
            </p:cNvPr>
            <p:cNvSpPr/>
            <p:nvPr/>
          </p:nvSpPr>
          <p:spPr>
            <a:xfrm>
              <a:off x="2728224" y="978384"/>
              <a:ext cx="717090" cy="68323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C48DF5C-B203-7237-8CCB-3CDC0455A1D6}"/>
                </a:ext>
              </a:extLst>
            </p:cNvPr>
            <p:cNvSpPr/>
            <p:nvPr/>
          </p:nvSpPr>
          <p:spPr>
            <a:xfrm>
              <a:off x="3445316" y="1447642"/>
              <a:ext cx="717090" cy="21397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73B8B73-F872-F233-CC64-2DF05A3BCE9E}"/>
                </a:ext>
              </a:extLst>
            </p:cNvPr>
            <p:cNvSpPr/>
            <p:nvPr/>
          </p:nvSpPr>
          <p:spPr>
            <a:xfrm>
              <a:off x="4162406" y="519303"/>
              <a:ext cx="641885" cy="114231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54374E6-A50A-9056-610F-83DBFF63029B}"/>
                </a:ext>
              </a:extLst>
            </p:cNvPr>
            <p:cNvGrpSpPr/>
            <p:nvPr/>
          </p:nvGrpSpPr>
          <p:grpSpPr>
            <a:xfrm>
              <a:off x="1247183" y="519303"/>
              <a:ext cx="4334220" cy="1207556"/>
              <a:chOff x="1235034" y="1567970"/>
              <a:chExt cx="13248922" cy="3322685"/>
            </a:xfrm>
          </p:grpSpPr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BEADA75D-13DA-2638-C1CA-CCD6384A68D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35034" y="4711145"/>
                <a:ext cx="13248922" cy="27111"/>
              </a:xfrm>
              <a:prstGeom prst="line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C5DA093D-FB04-9AF9-3EEE-D047599D9DF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378267" y="1567970"/>
                <a:ext cx="9167" cy="3322685"/>
              </a:xfrm>
              <a:prstGeom prst="line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8F9754D-4E09-91C3-2E02-A7F623F1EF50}"/>
                </a:ext>
              </a:extLst>
            </p:cNvPr>
            <p:cNvSpPr/>
            <p:nvPr/>
          </p:nvSpPr>
          <p:spPr>
            <a:xfrm>
              <a:off x="1294040" y="1269842"/>
              <a:ext cx="717091" cy="39177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AECA903-C30C-52BA-4AAE-3C71DC4DDED8}"/>
                </a:ext>
              </a:extLst>
            </p:cNvPr>
            <p:cNvSpPr/>
            <p:nvPr/>
          </p:nvSpPr>
          <p:spPr>
            <a:xfrm>
              <a:off x="2011132" y="747220"/>
              <a:ext cx="717091" cy="914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707EE28E-EA49-1776-B73A-C7CB04006B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47257" y="662628"/>
              <a:ext cx="114300" cy="165100"/>
            </a:xfrm>
            <a:prstGeom prst="rect">
              <a:avLst/>
            </a:prstGeom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505E6A99-6BBF-5260-4264-CAE70EB32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87573" y="1446399"/>
              <a:ext cx="88900" cy="165100"/>
            </a:xfrm>
            <a:prstGeom prst="rect">
              <a:avLst/>
            </a:prstGeom>
          </p:spPr>
        </p:pic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524C0CDA-362D-A596-45AE-89D174D25E22}"/>
              </a:ext>
            </a:extLst>
          </p:cNvPr>
          <p:cNvGrpSpPr/>
          <p:nvPr/>
        </p:nvGrpSpPr>
        <p:grpSpPr>
          <a:xfrm>
            <a:off x="1351413" y="1946114"/>
            <a:ext cx="2452448" cy="1735352"/>
            <a:chOff x="581448" y="4078858"/>
            <a:chExt cx="2452448" cy="1735352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85176E89-E2DA-2F39-1357-EE1693DAB607}"/>
                </a:ext>
              </a:extLst>
            </p:cNvPr>
            <p:cNvGrpSpPr/>
            <p:nvPr/>
          </p:nvGrpSpPr>
          <p:grpSpPr>
            <a:xfrm>
              <a:off x="581448" y="4078858"/>
              <a:ext cx="2280505" cy="1735352"/>
              <a:chOff x="581448" y="4078858"/>
              <a:chExt cx="2280505" cy="1735352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1036D42C-19AF-D8B9-9E95-4343B3A35B2B}"/>
                  </a:ext>
                </a:extLst>
              </p:cNvPr>
              <p:cNvGrpSpPr/>
              <p:nvPr/>
            </p:nvGrpSpPr>
            <p:grpSpPr>
              <a:xfrm>
                <a:off x="1245205" y="4078858"/>
                <a:ext cx="1616748" cy="1505503"/>
                <a:chOff x="1235034" y="748145"/>
                <a:chExt cx="4942104" cy="4142510"/>
              </a:xfrm>
            </p:grpSpPr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CEC6C0A6-BD02-32C2-DD49-3C629E438E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35034" y="4738256"/>
                  <a:ext cx="4942104" cy="17591"/>
                </a:xfrm>
                <a:prstGeom prst="line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0D50E581-9781-F21D-AE01-5F7F1FE45E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7434" y="748145"/>
                  <a:ext cx="0" cy="4142510"/>
                </a:xfrm>
                <a:prstGeom prst="line">
                  <a:avLst/>
                </a:prstGeom>
                <a:ln>
                  <a:headEnd type="none" w="med" len="med"/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B72C7C7A-3307-F3C4-DF5F-6C4B232F38DA}"/>
                  </a:ext>
                </a:extLst>
              </p:cNvPr>
              <p:cNvSpPr/>
              <p:nvPr/>
            </p:nvSpPr>
            <p:spPr>
              <a:xfrm flipH="1">
                <a:off x="1301755" y="5143590"/>
                <a:ext cx="717091" cy="39177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26152AB-5911-1966-EBBC-BC9DB38FD179}"/>
                  </a:ext>
                </a:extLst>
              </p:cNvPr>
              <p:cNvSpPr/>
              <p:nvPr/>
            </p:nvSpPr>
            <p:spPr>
              <a:xfrm flipH="1">
                <a:off x="581448" y="4609765"/>
                <a:ext cx="717091" cy="914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D8160DFE-AD03-1C26-E920-EBBF672365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16056" y="5623710"/>
                <a:ext cx="177800" cy="190500"/>
              </a:xfrm>
              <a:prstGeom prst="rect">
                <a:avLst/>
              </a:prstGeom>
            </p:spPr>
          </p:pic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E92CC61F-8DA8-D3CD-6600-DC21B0DC64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73430" y="5618182"/>
                <a:ext cx="190500" cy="177800"/>
              </a:xfrm>
              <a:prstGeom prst="rect">
                <a:avLst/>
              </a:prstGeom>
            </p:spPr>
          </p:pic>
          <p:pic>
            <p:nvPicPr>
              <p:cNvPr id="38" name="Picture 37">
                <a:extLst>
                  <a:ext uri="{FF2B5EF4-FFF2-40B4-BE49-F238E27FC236}">
                    <a16:creationId xmlns:a16="http://schemas.microsoft.com/office/drawing/2014/main" id="{8B0357E5-4EAF-39CA-8871-805847BB2E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83757" y="4347852"/>
                <a:ext cx="241300" cy="228600"/>
              </a:xfrm>
              <a:prstGeom prst="rect">
                <a:avLst/>
              </a:prstGeom>
            </p:spPr>
          </p:pic>
          <p:pic>
            <p:nvPicPr>
              <p:cNvPr id="40" name="Picture 39">
                <a:extLst>
                  <a:ext uri="{FF2B5EF4-FFF2-40B4-BE49-F238E27FC236}">
                    <a16:creationId xmlns:a16="http://schemas.microsoft.com/office/drawing/2014/main" id="{D2128E8E-D7E3-F88B-98C1-B709BC0491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98570" y="4882241"/>
                <a:ext cx="266700" cy="228600"/>
              </a:xfrm>
              <a:prstGeom prst="rect">
                <a:avLst/>
              </a:prstGeom>
            </p:spPr>
          </p:pic>
        </p:grpSp>
        <p:sp>
          <p:nvSpPr>
            <p:cNvPr id="70" name="Right Arrow 69">
              <a:extLst>
                <a:ext uri="{FF2B5EF4-FFF2-40B4-BE49-F238E27FC236}">
                  <a16:creationId xmlns:a16="http://schemas.microsoft.com/office/drawing/2014/main" id="{364B65AF-4612-B45E-AAB3-740F3AADC51C}"/>
                </a:ext>
              </a:extLst>
            </p:cNvPr>
            <p:cNvSpPr/>
            <p:nvPr/>
          </p:nvSpPr>
          <p:spPr>
            <a:xfrm>
              <a:off x="2027831" y="5211666"/>
              <a:ext cx="308742" cy="226036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961DAAC2-346D-E8DB-28EA-A4AF4BC575E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919596" y="5415975"/>
              <a:ext cx="114300" cy="127000"/>
            </a:xfrm>
            <a:prstGeom prst="rect">
              <a:avLst/>
            </a:prstGeom>
          </p:spPr>
        </p:pic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7EFF3560-366D-181C-72B5-61B66F698F95}"/>
              </a:ext>
            </a:extLst>
          </p:cNvPr>
          <p:cNvGrpSpPr/>
          <p:nvPr/>
        </p:nvGrpSpPr>
        <p:grpSpPr>
          <a:xfrm>
            <a:off x="1351413" y="4112896"/>
            <a:ext cx="4496980" cy="1577675"/>
            <a:chOff x="581448" y="2239241"/>
            <a:chExt cx="4496980" cy="1577675"/>
          </a:xfrm>
        </p:grpSpPr>
        <p:sp>
          <p:nvSpPr>
            <p:cNvPr id="66" name="Right Arrow 65">
              <a:extLst>
                <a:ext uri="{FF2B5EF4-FFF2-40B4-BE49-F238E27FC236}">
                  <a16:creationId xmlns:a16="http://schemas.microsoft.com/office/drawing/2014/main" id="{D8CBC634-63C9-BA48-71DC-2811F93AC19B}"/>
                </a:ext>
              </a:extLst>
            </p:cNvPr>
            <p:cNvSpPr/>
            <p:nvPr/>
          </p:nvSpPr>
          <p:spPr>
            <a:xfrm>
              <a:off x="4288094" y="3232442"/>
              <a:ext cx="308742" cy="226036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FB5BA574-7065-9EF3-A76D-81DE219E19AB}"/>
                </a:ext>
              </a:extLst>
            </p:cNvPr>
            <p:cNvGrpSpPr/>
            <p:nvPr/>
          </p:nvGrpSpPr>
          <p:grpSpPr>
            <a:xfrm>
              <a:off x="581448" y="2311413"/>
              <a:ext cx="4299308" cy="1505503"/>
              <a:chOff x="581448" y="2311413"/>
              <a:chExt cx="4299308" cy="1505503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3A397F1A-7947-3E65-0A25-022C7DD6E597}"/>
                  </a:ext>
                </a:extLst>
              </p:cNvPr>
              <p:cNvGrpSpPr/>
              <p:nvPr/>
            </p:nvGrpSpPr>
            <p:grpSpPr>
              <a:xfrm>
                <a:off x="3705374" y="2502897"/>
                <a:ext cx="1175382" cy="1314019"/>
                <a:chOff x="1235034" y="1275028"/>
                <a:chExt cx="3592929" cy="3615627"/>
              </a:xfrm>
            </p:grpSpPr>
            <p:cxnSp>
              <p:nvCxnSpPr>
                <p:cNvPr id="5" name="Straight Connector 4">
                  <a:extLst>
                    <a:ext uri="{FF2B5EF4-FFF2-40B4-BE49-F238E27FC236}">
                      <a16:creationId xmlns:a16="http://schemas.microsoft.com/office/drawing/2014/main" id="{FA127779-1EC8-F0FD-62DD-32F1E938C6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35034" y="4711145"/>
                  <a:ext cx="3592929" cy="27111"/>
                </a:xfrm>
                <a:prstGeom prst="line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371C0DD0-7626-F8EF-B26E-3BE13CF592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7435" y="1275028"/>
                  <a:ext cx="0" cy="3615627"/>
                </a:xfrm>
                <a:prstGeom prst="line">
                  <a:avLst/>
                </a:prstGeom>
                <a:ln>
                  <a:solidFill>
                    <a:schemeClr val="accent1"/>
                  </a:solidFill>
                  <a:headEnd type="none" w="med" len="med"/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54C31A7B-2F1C-8F24-3AF5-97236AC99823}"/>
                  </a:ext>
                </a:extLst>
              </p:cNvPr>
              <p:cNvSpPr/>
              <p:nvPr/>
            </p:nvSpPr>
            <p:spPr>
              <a:xfrm>
                <a:off x="3815990" y="2843397"/>
                <a:ext cx="304923" cy="514527"/>
              </a:xfrm>
              <a:custGeom>
                <a:avLst/>
                <a:gdLst>
                  <a:gd name="connsiteX0" fmla="*/ 0 w 807522"/>
                  <a:gd name="connsiteY0" fmla="*/ 926276 h 926276"/>
                  <a:gd name="connsiteX1" fmla="*/ 273133 w 807522"/>
                  <a:gd name="connsiteY1" fmla="*/ 296883 h 926276"/>
                  <a:gd name="connsiteX2" fmla="*/ 807522 w 807522"/>
                  <a:gd name="connsiteY2" fmla="*/ 0 h 926276"/>
                  <a:gd name="connsiteX0" fmla="*/ 0 w 807522"/>
                  <a:gd name="connsiteY0" fmla="*/ 926276 h 926276"/>
                  <a:gd name="connsiteX1" fmla="*/ 273133 w 807522"/>
                  <a:gd name="connsiteY1" fmla="*/ 296883 h 926276"/>
                  <a:gd name="connsiteX2" fmla="*/ 807522 w 807522"/>
                  <a:gd name="connsiteY2" fmla="*/ 0 h 926276"/>
                  <a:gd name="connsiteX0" fmla="*/ 0 w 807522"/>
                  <a:gd name="connsiteY0" fmla="*/ 926276 h 926276"/>
                  <a:gd name="connsiteX1" fmla="*/ 273133 w 807522"/>
                  <a:gd name="connsiteY1" fmla="*/ 296883 h 926276"/>
                  <a:gd name="connsiteX2" fmla="*/ 807522 w 807522"/>
                  <a:gd name="connsiteY2" fmla="*/ 0 h 926276"/>
                  <a:gd name="connsiteX0" fmla="*/ 0 w 807522"/>
                  <a:gd name="connsiteY0" fmla="*/ 926276 h 926276"/>
                  <a:gd name="connsiteX1" fmla="*/ 807522 w 807522"/>
                  <a:gd name="connsiteY1" fmla="*/ 0 h 926276"/>
                  <a:gd name="connsiteX0" fmla="*/ 332 w 807854"/>
                  <a:gd name="connsiteY0" fmla="*/ 926276 h 926276"/>
                  <a:gd name="connsiteX1" fmla="*/ 807854 w 807854"/>
                  <a:gd name="connsiteY1" fmla="*/ 0 h 926276"/>
                  <a:gd name="connsiteX0" fmla="*/ 482 w 808004"/>
                  <a:gd name="connsiteY0" fmla="*/ 926276 h 926276"/>
                  <a:gd name="connsiteX1" fmla="*/ 808004 w 808004"/>
                  <a:gd name="connsiteY1" fmla="*/ 0 h 926276"/>
                  <a:gd name="connsiteX0" fmla="*/ 371 w 807893"/>
                  <a:gd name="connsiteY0" fmla="*/ 926276 h 926276"/>
                  <a:gd name="connsiteX1" fmla="*/ 807893 w 807893"/>
                  <a:gd name="connsiteY1" fmla="*/ 0 h 926276"/>
                  <a:gd name="connsiteX0" fmla="*/ 0 w 807522"/>
                  <a:gd name="connsiteY0" fmla="*/ 926276 h 926276"/>
                  <a:gd name="connsiteX1" fmla="*/ 807522 w 807522"/>
                  <a:gd name="connsiteY1" fmla="*/ 0 h 9262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07522" h="926276">
                    <a:moveTo>
                      <a:pt x="0" y="926276"/>
                    </a:moveTo>
                    <a:cubicBezTo>
                      <a:pt x="130928" y="342007"/>
                      <a:pt x="478971" y="106879"/>
                      <a:pt x="807522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617E2BF-9D9E-D621-41E5-EB7724A61E75}"/>
                  </a:ext>
                </a:extLst>
              </p:cNvPr>
              <p:cNvSpPr/>
              <p:nvPr/>
            </p:nvSpPr>
            <p:spPr>
              <a:xfrm>
                <a:off x="3134643" y="3359899"/>
                <a:ext cx="681207" cy="39177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FC876160-0197-1700-6DEF-885E658FED92}"/>
                  </a:ext>
                </a:extLst>
              </p:cNvPr>
              <p:cNvGrpSpPr/>
              <p:nvPr/>
            </p:nvGrpSpPr>
            <p:grpSpPr>
              <a:xfrm>
                <a:off x="1247183" y="2311413"/>
                <a:ext cx="1175382" cy="1505503"/>
                <a:chOff x="1235034" y="748145"/>
                <a:chExt cx="3592929" cy="4142510"/>
              </a:xfrm>
            </p:grpSpPr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0B4DFFD1-4C42-A9DF-51EC-732B758EFB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35034" y="4711145"/>
                  <a:ext cx="3592929" cy="27111"/>
                </a:xfrm>
                <a:prstGeom prst="line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D7180D55-8CBC-4D83-6542-DBD4D66E62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87434" y="748145"/>
                  <a:ext cx="0" cy="4142510"/>
                </a:xfrm>
                <a:prstGeom prst="line">
                  <a:avLst/>
                </a:prstGeom>
                <a:ln>
                  <a:headEnd type="none" w="med" len="med"/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8D7BDC4D-C0C0-59CC-1A33-83808E0C23B5}"/>
                  </a:ext>
                </a:extLst>
              </p:cNvPr>
              <p:cNvSpPr/>
              <p:nvPr/>
            </p:nvSpPr>
            <p:spPr>
              <a:xfrm>
                <a:off x="581448" y="3359899"/>
                <a:ext cx="717091" cy="39177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C86D64BE-155E-C6DA-F50D-09F4B62A3D67}"/>
                  </a:ext>
                </a:extLst>
              </p:cNvPr>
              <p:cNvSpPr/>
              <p:nvPr/>
            </p:nvSpPr>
            <p:spPr>
              <a:xfrm>
                <a:off x="1294040" y="2847130"/>
                <a:ext cx="717091" cy="914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61D8EE1D-A66B-7F77-6A29-6CD08F3001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33659" y="3345460"/>
                <a:ext cx="177800" cy="190500"/>
              </a:xfrm>
              <a:prstGeom prst="rect">
                <a:avLst/>
              </a:prstGeom>
            </p:spPr>
          </p:pic>
          <p:pic>
            <p:nvPicPr>
              <p:cNvPr id="42" name="Picture 41">
                <a:extLst>
                  <a:ext uri="{FF2B5EF4-FFF2-40B4-BE49-F238E27FC236}">
                    <a16:creationId xmlns:a16="http://schemas.microsoft.com/office/drawing/2014/main" id="{218C1C5C-A2FD-DEB4-BFDF-0BCEA6B0C0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36419" y="2526206"/>
                <a:ext cx="190500" cy="177800"/>
              </a:xfrm>
              <a:prstGeom prst="rect">
                <a:avLst/>
              </a:prstGeom>
            </p:spPr>
          </p:pic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69ABEB4A-64FA-3E0B-B6F7-DBFDD91C05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17668" y="2502897"/>
                <a:ext cx="190500" cy="177800"/>
              </a:xfrm>
              <a:prstGeom prst="rect">
                <a:avLst/>
              </a:prstGeom>
            </p:spPr>
          </p:pic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92F5C840-C723-3461-FD12-BF4F6DA379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65699" y="3333750"/>
                <a:ext cx="177800" cy="190500"/>
              </a:xfrm>
              <a:prstGeom prst="rect">
                <a:avLst/>
              </a:prstGeom>
            </p:spPr>
          </p:pic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61BEEE57-33A1-72BE-6245-1717135B4BFE}"/>
                  </a:ext>
                </a:extLst>
              </p:cNvPr>
              <p:cNvSpPr/>
              <p:nvPr/>
            </p:nvSpPr>
            <p:spPr>
              <a:xfrm>
                <a:off x="4138656" y="2852473"/>
                <a:ext cx="123430" cy="899204"/>
              </a:xfrm>
              <a:custGeom>
                <a:avLst/>
                <a:gdLst>
                  <a:gd name="connsiteX0" fmla="*/ 0 w 522514"/>
                  <a:gd name="connsiteY0" fmla="*/ 0 h 1033154"/>
                  <a:gd name="connsiteX1" fmla="*/ 522514 w 522514"/>
                  <a:gd name="connsiteY1" fmla="*/ 0 h 1033154"/>
                  <a:gd name="connsiteX2" fmla="*/ 522514 w 522514"/>
                  <a:gd name="connsiteY2" fmla="*/ 1033154 h 1033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22514" h="1033154">
                    <a:moveTo>
                      <a:pt x="0" y="0"/>
                    </a:moveTo>
                    <a:lnTo>
                      <a:pt x="522514" y="0"/>
                    </a:lnTo>
                    <a:lnTo>
                      <a:pt x="522514" y="1033154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81709134-E444-E62C-A98E-D2C47453A0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455043" y="2945164"/>
                <a:ext cx="190500" cy="190500"/>
              </a:xfrm>
              <a:prstGeom prst="rect">
                <a:avLst/>
              </a:prstGeom>
            </p:spPr>
          </p:pic>
          <p:pic>
            <p:nvPicPr>
              <p:cNvPr id="49" name="Picture 48">
                <a:extLst>
                  <a:ext uri="{FF2B5EF4-FFF2-40B4-BE49-F238E27FC236}">
                    <a16:creationId xmlns:a16="http://schemas.microsoft.com/office/drawing/2014/main" id="{F6435879-DCDC-9C0D-94BD-F54705BF7C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40496" y="3002561"/>
                <a:ext cx="190500" cy="190500"/>
              </a:xfrm>
              <a:prstGeom prst="rect">
                <a:avLst/>
              </a:prstGeom>
            </p:spPr>
          </p:pic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26C75288-4234-2174-EE0A-87FF8E856CCF}"/>
                  </a:ext>
                </a:extLst>
              </p:cNvPr>
              <p:cNvCxnSpPr>
                <a:cxnSpLocks/>
                <a:stCxn id="41" idx="1"/>
              </p:cNvCxnSpPr>
              <p:nvPr/>
            </p:nvCxnSpPr>
            <p:spPr>
              <a:xfrm flipH="1" flipV="1">
                <a:off x="3815850" y="3357924"/>
                <a:ext cx="217809" cy="8278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02382B48-DA3F-191B-DCB5-E5E48FE703A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287553" y="3357924"/>
                <a:ext cx="167182" cy="8081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60727991-9C30-9A85-8A4B-8BA47E8CAB5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19320" y="2774055"/>
                <a:ext cx="167182" cy="8081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088F0D54-2E2E-5B8C-44B9-79C140AB83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34213" y="3116460"/>
                <a:ext cx="260200" cy="6984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EA78350C-84DB-76C7-8A4D-1F78B1D1C9F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644804" y="3055108"/>
                <a:ext cx="260200" cy="6984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B5483835-E897-C91C-C7D2-E44996F5065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55542" y="2772079"/>
                <a:ext cx="167182" cy="8081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9" name="Right Arrow 68">
              <a:extLst>
                <a:ext uri="{FF2B5EF4-FFF2-40B4-BE49-F238E27FC236}">
                  <a16:creationId xmlns:a16="http://schemas.microsoft.com/office/drawing/2014/main" id="{CD627B84-B6B2-0478-6294-D3E84F610532}"/>
                </a:ext>
              </a:extLst>
            </p:cNvPr>
            <p:cNvSpPr/>
            <p:nvPr/>
          </p:nvSpPr>
          <p:spPr>
            <a:xfrm>
              <a:off x="2017931" y="3194840"/>
              <a:ext cx="308742" cy="226036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4A6EBFCE-B9E7-1AB7-5A7D-1A6781C0CE5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496043" y="3674259"/>
              <a:ext cx="114300" cy="127000"/>
            </a:xfrm>
            <a:prstGeom prst="rect">
              <a:avLst/>
            </a:prstGeom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71E99E6D-A9A1-6398-452D-DCB643951B7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64128" y="3672280"/>
              <a:ext cx="114300" cy="127000"/>
            </a:xfrm>
            <a:prstGeom prst="rect">
              <a:avLst/>
            </a:prstGeom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6DAEC490-E92D-ED7C-59AC-D30711F79F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517323" y="2359973"/>
              <a:ext cx="114300" cy="190500"/>
            </a:xfrm>
            <a:prstGeom prst="rect">
              <a:avLst/>
            </a:prstGeom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D3DEA73B-4B4E-7355-8C53-9672AE13A0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389661" y="2239241"/>
              <a:ext cx="114300" cy="190500"/>
            </a:xfrm>
            <a:prstGeom prst="rect">
              <a:avLst/>
            </a:prstGeom>
          </p:spPr>
        </p:pic>
      </p:grpSp>
      <p:sp>
        <p:nvSpPr>
          <p:cNvPr id="88" name="Freeform 87">
            <a:extLst>
              <a:ext uri="{FF2B5EF4-FFF2-40B4-BE49-F238E27FC236}">
                <a16:creationId xmlns:a16="http://schemas.microsoft.com/office/drawing/2014/main" id="{75528CA3-9823-6F97-5150-94319B98F56E}"/>
              </a:ext>
            </a:extLst>
          </p:cNvPr>
          <p:cNvSpPr/>
          <p:nvPr/>
        </p:nvSpPr>
        <p:spPr>
          <a:xfrm>
            <a:off x="4528457" y="4433456"/>
            <a:ext cx="1045028" cy="1199406"/>
          </a:xfrm>
          <a:custGeom>
            <a:avLst/>
            <a:gdLst>
              <a:gd name="connsiteX0" fmla="*/ 0 w 1409206"/>
              <a:gd name="connsiteY0" fmla="*/ 2224644 h 2224644"/>
              <a:gd name="connsiteX1" fmla="*/ 138546 w 1409206"/>
              <a:gd name="connsiteY1" fmla="*/ 1163782 h 2224644"/>
              <a:gd name="connsiteX2" fmla="*/ 1409206 w 1409206"/>
              <a:gd name="connsiteY2" fmla="*/ 0 h 2224644"/>
              <a:gd name="connsiteX0" fmla="*/ 1491 w 1410697"/>
              <a:gd name="connsiteY0" fmla="*/ 2224644 h 2224644"/>
              <a:gd name="connsiteX1" fmla="*/ 140037 w 1410697"/>
              <a:gd name="connsiteY1" fmla="*/ 1163782 h 2224644"/>
              <a:gd name="connsiteX2" fmla="*/ 1410697 w 1410697"/>
              <a:gd name="connsiteY2" fmla="*/ 0 h 2224644"/>
              <a:gd name="connsiteX0" fmla="*/ 0 w 1409206"/>
              <a:gd name="connsiteY0" fmla="*/ 2224644 h 2224644"/>
              <a:gd name="connsiteX1" fmla="*/ 217715 w 1409206"/>
              <a:gd name="connsiteY1" fmla="*/ 1112323 h 2224644"/>
              <a:gd name="connsiteX2" fmla="*/ 1409206 w 1409206"/>
              <a:gd name="connsiteY2" fmla="*/ 0 h 2224644"/>
              <a:gd name="connsiteX0" fmla="*/ 15 w 1322135"/>
              <a:gd name="connsiteY0" fmla="*/ 1785257 h 1785257"/>
              <a:gd name="connsiteX1" fmla="*/ 130644 w 1322135"/>
              <a:gd name="connsiteY1" fmla="*/ 1112323 h 1785257"/>
              <a:gd name="connsiteX2" fmla="*/ 1322135 w 1322135"/>
              <a:gd name="connsiteY2" fmla="*/ 0 h 1785257"/>
              <a:gd name="connsiteX0" fmla="*/ 10634 w 1332754"/>
              <a:gd name="connsiteY0" fmla="*/ 1785257 h 1785257"/>
              <a:gd name="connsiteX1" fmla="*/ 141263 w 1332754"/>
              <a:gd name="connsiteY1" fmla="*/ 1112323 h 1785257"/>
              <a:gd name="connsiteX2" fmla="*/ 1332754 w 1332754"/>
              <a:gd name="connsiteY2" fmla="*/ 0 h 1785257"/>
              <a:gd name="connsiteX0" fmla="*/ 0 w 1322120"/>
              <a:gd name="connsiteY0" fmla="*/ 1785257 h 1785257"/>
              <a:gd name="connsiteX1" fmla="*/ 237507 w 1322120"/>
              <a:gd name="connsiteY1" fmla="*/ 977736 h 1785257"/>
              <a:gd name="connsiteX2" fmla="*/ 1322120 w 1322120"/>
              <a:gd name="connsiteY2" fmla="*/ 0 h 1785257"/>
              <a:gd name="connsiteX0" fmla="*/ 0 w 1322120"/>
              <a:gd name="connsiteY0" fmla="*/ 1785257 h 1785257"/>
              <a:gd name="connsiteX1" fmla="*/ 237507 w 1322120"/>
              <a:gd name="connsiteY1" fmla="*/ 977736 h 1785257"/>
              <a:gd name="connsiteX2" fmla="*/ 1322120 w 1322120"/>
              <a:gd name="connsiteY2" fmla="*/ 0 h 1785257"/>
              <a:gd name="connsiteX0" fmla="*/ 0 w 1322120"/>
              <a:gd name="connsiteY0" fmla="*/ 1785257 h 1785257"/>
              <a:gd name="connsiteX1" fmla="*/ 217715 w 1322120"/>
              <a:gd name="connsiteY1" fmla="*/ 989611 h 1785257"/>
              <a:gd name="connsiteX2" fmla="*/ 1322120 w 1322120"/>
              <a:gd name="connsiteY2" fmla="*/ 0 h 1785257"/>
              <a:gd name="connsiteX0" fmla="*/ 0 w 1322120"/>
              <a:gd name="connsiteY0" fmla="*/ 1785257 h 1785257"/>
              <a:gd name="connsiteX1" fmla="*/ 217715 w 1322120"/>
              <a:gd name="connsiteY1" fmla="*/ 989611 h 1785257"/>
              <a:gd name="connsiteX2" fmla="*/ 1322120 w 1322120"/>
              <a:gd name="connsiteY2" fmla="*/ 0 h 1785257"/>
              <a:gd name="connsiteX0" fmla="*/ 0 w 1322120"/>
              <a:gd name="connsiteY0" fmla="*/ 1785257 h 1785257"/>
              <a:gd name="connsiteX1" fmla="*/ 217715 w 1322120"/>
              <a:gd name="connsiteY1" fmla="*/ 989611 h 1785257"/>
              <a:gd name="connsiteX2" fmla="*/ 1322120 w 1322120"/>
              <a:gd name="connsiteY2" fmla="*/ 0 h 1785257"/>
              <a:gd name="connsiteX0" fmla="*/ 0 w 1045029"/>
              <a:gd name="connsiteY0" fmla="*/ 1282534 h 1282534"/>
              <a:gd name="connsiteX1" fmla="*/ 217715 w 1045029"/>
              <a:gd name="connsiteY1" fmla="*/ 486888 h 1282534"/>
              <a:gd name="connsiteX2" fmla="*/ 1045029 w 1045029"/>
              <a:gd name="connsiteY2" fmla="*/ 0 h 1282534"/>
              <a:gd name="connsiteX0" fmla="*/ 0 w 1045029"/>
              <a:gd name="connsiteY0" fmla="*/ 1282534 h 1282534"/>
              <a:gd name="connsiteX1" fmla="*/ 217715 w 1045029"/>
              <a:gd name="connsiteY1" fmla="*/ 486888 h 1282534"/>
              <a:gd name="connsiteX2" fmla="*/ 1045029 w 1045029"/>
              <a:gd name="connsiteY2" fmla="*/ 0 h 1282534"/>
              <a:gd name="connsiteX0" fmla="*/ 0 w 1056904"/>
              <a:gd name="connsiteY0" fmla="*/ 1215240 h 1215240"/>
              <a:gd name="connsiteX1" fmla="*/ 217715 w 1056904"/>
              <a:gd name="connsiteY1" fmla="*/ 419594 h 1215240"/>
              <a:gd name="connsiteX2" fmla="*/ 1056904 w 1056904"/>
              <a:gd name="connsiteY2" fmla="*/ 0 h 1215240"/>
              <a:gd name="connsiteX0" fmla="*/ 0 w 1056904"/>
              <a:gd name="connsiteY0" fmla="*/ 1215240 h 1215240"/>
              <a:gd name="connsiteX1" fmla="*/ 217715 w 1056904"/>
              <a:gd name="connsiteY1" fmla="*/ 419594 h 1215240"/>
              <a:gd name="connsiteX2" fmla="*/ 1056904 w 1056904"/>
              <a:gd name="connsiteY2" fmla="*/ 0 h 1215240"/>
              <a:gd name="connsiteX0" fmla="*/ 0 w 1045028"/>
              <a:gd name="connsiteY0" fmla="*/ 1199406 h 1199406"/>
              <a:gd name="connsiteX1" fmla="*/ 217715 w 1045028"/>
              <a:gd name="connsiteY1" fmla="*/ 403760 h 1199406"/>
              <a:gd name="connsiteX2" fmla="*/ 1045028 w 1045028"/>
              <a:gd name="connsiteY2" fmla="*/ 0 h 1199406"/>
              <a:gd name="connsiteX0" fmla="*/ 0 w 1045028"/>
              <a:gd name="connsiteY0" fmla="*/ 1199406 h 1199406"/>
              <a:gd name="connsiteX1" fmla="*/ 217715 w 1045028"/>
              <a:gd name="connsiteY1" fmla="*/ 403760 h 1199406"/>
              <a:gd name="connsiteX2" fmla="*/ 1045028 w 1045028"/>
              <a:gd name="connsiteY2" fmla="*/ 0 h 1199406"/>
              <a:gd name="connsiteX0" fmla="*/ 0 w 1045028"/>
              <a:gd name="connsiteY0" fmla="*/ 1199406 h 1199406"/>
              <a:gd name="connsiteX1" fmla="*/ 249383 w 1045028"/>
              <a:gd name="connsiteY1" fmla="*/ 368134 h 1199406"/>
              <a:gd name="connsiteX2" fmla="*/ 1045028 w 1045028"/>
              <a:gd name="connsiteY2" fmla="*/ 0 h 1199406"/>
              <a:gd name="connsiteX0" fmla="*/ 0 w 1045028"/>
              <a:gd name="connsiteY0" fmla="*/ 1199406 h 1199406"/>
              <a:gd name="connsiteX1" fmla="*/ 249383 w 1045028"/>
              <a:gd name="connsiteY1" fmla="*/ 368134 h 1199406"/>
              <a:gd name="connsiteX2" fmla="*/ 1045028 w 1045028"/>
              <a:gd name="connsiteY2" fmla="*/ 0 h 1199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45028" h="1199406">
                <a:moveTo>
                  <a:pt x="0" y="1199406"/>
                </a:moveTo>
                <a:cubicBezTo>
                  <a:pt x="22432" y="948705"/>
                  <a:pt x="67295" y="536367"/>
                  <a:pt x="249383" y="368134"/>
                </a:cubicBezTo>
                <a:cubicBezTo>
                  <a:pt x="431471" y="199901"/>
                  <a:pt x="633350" y="110835"/>
                  <a:pt x="1045028" y="0"/>
                </a:cubicBezTo>
              </a:path>
            </a:pathLst>
          </a:custGeom>
          <a:noFill/>
          <a:ln w="31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870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495C93D-29D7-BE00-23D1-B7317E5A694E}"/>
              </a:ext>
            </a:extLst>
          </p:cNvPr>
          <p:cNvCxnSpPr>
            <a:cxnSpLocks/>
          </p:cNvCxnSpPr>
          <p:nvPr/>
        </p:nvCxnSpPr>
        <p:spPr>
          <a:xfrm>
            <a:off x="930303" y="4118776"/>
            <a:ext cx="5279666" cy="0"/>
          </a:xfrm>
          <a:prstGeom prst="line">
            <a:avLst/>
          </a:prstGeom>
          <a:ln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76FD64-ADAB-BE06-EF8C-E1300A1F1BAD}"/>
              </a:ext>
            </a:extLst>
          </p:cNvPr>
          <p:cNvCxnSpPr>
            <a:cxnSpLocks/>
          </p:cNvCxnSpPr>
          <p:nvPr/>
        </p:nvCxnSpPr>
        <p:spPr>
          <a:xfrm>
            <a:off x="1520025" y="1838077"/>
            <a:ext cx="22886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6DC24C7-A8A8-6D2E-2FB9-031C4AA53101}"/>
              </a:ext>
            </a:extLst>
          </p:cNvPr>
          <p:cNvCxnSpPr>
            <a:cxnSpLocks/>
          </p:cNvCxnSpPr>
          <p:nvPr/>
        </p:nvCxnSpPr>
        <p:spPr>
          <a:xfrm flipV="1">
            <a:off x="3800723" y="1838077"/>
            <a:ext cx="0" cy="14696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CC7C3F-89A4-4363-4C12-71F8E03EC8BA}"/>
              </a:ext>
            </a:extLst>
          </p:cNvPr>
          <p:cNvCxnSpPr>
            <a:cxnSpLocks/>
          </p:cNvCxnSpPr>
          <p:nvPr/>
        </p:nvCxnSpPr>
        <p:spPr>
          <a:xfrm>
            <a:off x="3808675" y="3307743"/>
            <a:ext cx="24012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E958189-03F0-FD34-2C3C-503E3DDF0E04}"/>
              </a:ext>
            </a:extLst>
          </p:cNvPr>
          <p:cNvCxnSpPr>
            <a:cxnSpLocks/>
          </p:cNvCxnSpPr>
          <p:nvPr/>
        </p:nvCxnSpPr>
        <p:spPr>
          <a:xfrm flipV="1">
            <a:off x="2140226" y="1417985"/>
            <a:ext cx="0" cy="2812111"/>
          </a:xfrm>
          <a:prstGeom prst="line">
            <a:avLst/>
          </a:prstGeom>
          <a:ln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7D94EF0-F079-60E8-288E-F81A6F79A770}"/>
              </a:ext>
            </a:extLst>
          </p:cNvPr>
          <p:cNvCxnSpPr>
            <a:cxnSpLocks/>
          </p:cNvCxnSpPr>
          <p:nvPr/>
        </p:nvCxnSpPr>
        <p:spPr>
          <a:xfrm flipV="1">
            <a:off x="5298219" y="2464905"/>
            <a:ext cx="0" cy="1766515"/>
          </a:xfrm>
          <a:prstGeom prst="line">
            <a:avLst/>
          </a:prstGeom>
          <a:ln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reeform 20">
            <a:extLst>
              <a:ext uri="{FF2B5EF4-FFF2-40B4-BE49-F238E27FC236}">
                <a16:creationId xmlns:a16="http://schemas.microsoft.com/office/drawing/2014/main" id="{A837B02B-4A87-DFD4-122B-6F164009611E}"/>
              </a:ext>
            </a:extLst>
          </p:cNvPr>
          <p:cNvSpPr/>
          <p:nvPr/>
        </p:nvSpPr>
        <p:spPr>
          <a:xfrm>
            <a:off x="2703444" y="1838077"/>
            <a:ext cx="2210462" cy="1469667"/>
          </a:xfrm>
          <a:custGeom>
            <a:avLst/>
            <a:gdLst>
              <a:gd name="connsiteX0" fmla="*/ 0 w 2210462"/>
              <a:gd name="connsiteY0" fmla="*/ 0 h 1440802"/>
              <a:gd name="connsiteX1" fmla="*/ 79513 w 2210462"/>
              <a:gd name="connsiteY1" fmla="*/ 23854 h 1440802"/>
              <a:gd name="connsiteX2" fmla="*/ 166977 w 2210462"/>
              <a:gd name="connsiteY2" fmla="*/ 55659 h 1440802"/>
              <a:gd name="connsiteX3" fmla="*/ 206734 w 2210462"/>
              <a:gd name="connsiteY3" fmla="*/ 63611 h 1440802"/>
              <a:gd name="connsiteX4" fmla="*/ 254441 w 2210462"/>
              <a:gd name="connsiteY4" fmla="*/ 79513 h 1440802"/>
              <a:gd name="connsiteX5" fmla="*/ 365760 w 2210462"/>
              <a:gd name="connsiteY5" fmla="*/ 71562 h 1440802"/>
              <a:gd name="connsiteX6" fmla="*/ 389614 w 2210462"/>
              <a:gd name="connsiteY6" fmla="*/ 63611 h 1440802"/>
              <a:gd name="connsiteX7" fmla="*/ 548640 w 2210462"/>
              <a:gd name="connsiteY7" fmla="*/ 71562 h 1440802"/>
              <a:gd name="connsiteX8" fmla="*/ 596347 w 2210462"/>
              <a:gd name="connsiteY8" fmla="*/ 103367 h 1440802"/>
              <a:gd name="connsiteX9" fmla="*/ 620201 w 2210462"/>
              <a:gd name="connsiteY9" fmla="*/ 119270 h 1440802"/>
              <a:gd name="connsiteX10" fmla="*/ 644055 w 2210462"/>
              <a:gd name="connsiteY10" fmla="*/ 127221 h 1440802"/>
              <a:gd name="connsiteX11" fmla="*/ 834887 w 2210462"/>
              <a:gd name="connsiteY11" fmla="*/ 127221 h 1440802"/>
              <a:gd name="connsiteX12" fmla="*/ 858741 w 2210462"/>
              <a:gd name="connsiteY12" fmla="*/ 143124 h 1440802"/>
              <a:gd name="connsiteX13" fmla="*/ 898497 w 2210462"/>
              <a:gd name="connsiteY13" fmla="*/ 182880 h 1440802"/>
              <a:gd name="connsiteX14" fmla="*/ 914400 w 2210462"/>
              <a:gd name="connsiteY14" fmla="*/ 206734 h 1440802"/>
              <a:gd name="connsiteX15" fmla="*/ 962107 w 2210462"/>
              <a:gd name="connsiteY15" fmla="*/ 254442 h 1440802"/>
              <a:gd name="connsiteX16" fmla="*/ 985961 w 2210462"/>
              <a:gd name="connsiteY16" fmla="*/ 278296 h 1440802"/>
              <a:gd name="connsiteX17" fmla="*/ 1001864 w 2210462"/>
              <a:gd name="connsiteY17" fmla="*/ 302150 h 1440802"/>
              <a:gd name="connsiteX18" fmla="*/ 1009815 w 2210462"/>
              <a:gd name="connsiteY18" fmla="*/ 413468 h 1440802"/>
              <a:gd name="connsiteX19" fmla="*/ 1025718 w 2210462"/>
              <a:gd name="connsiteY19" fmla="*/ 461176 h 1440802"/>
              <a:gd name="connsiteX20" fmla="*/ 1041621 w 2210462"/>
              <a:gd name="connsiteY20" fmla="*/ 508884 h 1440802"/>
              <a:gd name="connsiteX21" fmla="*/ 1057523 w 2210462"/>
              <a:gd name="connsiteY21" fmla="*/ 548640 h 1440802"/>
              <a:gd name="connsiteX22" fmla="*/ 1097280 w 2210462"/>
              <a:gd name="connsiteY22" fmla="*/ 620202 h 1440802"/>
              <a:gd name="connsiteX23" fmla="*/ 1105231 w 2210462"/>
              <a:gd name="connsiteY23" fmla="*/ 644056 h 1440802"/>
              <a:gd name="connsiteX24" fmla="*/ 1121134 w 2210462"/>
              <a:gd name="connsiteY24" fmla="*/ 675861 h 1440802"/>
              <a:gd name="connsiteX25" fmla="*/ 1129085 w 2210462"/>
              <a:gd name="connsiteY25" fmla="*/ 699715 h 1440802"/>
              <a:gd name="connsiteX26" fmla="*/ 1144987 w 2210462"/>
              <a:gd name="connsiteY26" fmla="*/ 731520 h 1440802"/>
              <a:gd name="connsiteX27" fmla="*/ 1184744 w 2210462"/>
              <a:gd name="connsiteY27" fmla="*/ 818985 h 1440802"/>
              <a:gd name="connsiteX28" fmla="*/ 1232452 w 2210462"/>
              <a:gd name="connsiteY28" fmla="*/ 882595 h 1440802"/>
              <a:gd name="connsiteX29" fmla="*/ 1248354 w 2210462"/>
              <a:gd name="connsiteY29" fmla="*/ 906449 h 1440802"/>
              <a:gd name="connsiteX30" fmla="*/ 1296062 w 2210462"/>
              <a:gd name="connsiteY30" fmla="*/ 962108 h 1440802"/>
              <a:gd name="connsiteX31" fmla="*/ 1327867 w 2210462"/>
              <a:gd name="connsiteY31" fmla="*/ 1017767 h 1440802"/>
              <a:gd name="connsiteX32" fmla="*/ 1335819 w 2210462"/>
              <a:gd name="connsiteY32" fmla="*/ 1041621 h 1440802"/>
              <a:gd name="connsiteX33" fmla="*/ 1351721 w 2210462"/>
              <a:gd name="connsiteY33" fmla="*/ 1065475 h 1440802"/>
              <a:gd name="connsiteX34" fmla="*/ 1359673 w 2210462"/>
              <a:gd name="connsiteY34" fmla="*/ 1089329 h 1440802"/>
              <a:gd name="connsiteX35" fmla="*/ 1407381 w 2210462"/>
              <a:gd name="connsiteY35" fmla="*/ 1144988 h 1440802"/>
              <a:gd name="connsiteX36" fmla="*/ 1447137 w 2210462"/>
              <a:gd name="connsiteY36" fmla="*/ 1192696 h 1440802"/>
              <a:gd name="connsiteX37" fmla="*/ 1494845 w 2210462"/>
              <a:gd name="connsiteY37" fmla="*/ 1224501 h 1440802"/>
              <a:gd name="connsiteX38" fmla="*/ 1582309 w 2210462"/>
              <a:gd name="connsiteY38" fmla="*/ 1248355 h 1440802"/>
              <a:gd name="connsiteX39" fmla="*/ 1614114 w 2210462"/>
              <a:gd name="connsiteY39" fmla="*/ 1256306 h 1440802"/>
              <a:gd name="connsiteX40" fmla="*/ 1677725 w 2210462"/>
              <a:gd name="connsiteY40" fmla="*/ 1272209 h 1440802"/>
              <a:gd name="connsiteX41" fmla="*/ 1701579 w 2210462"/>
              <a:gd name="connsiteY41" fmla="*/ 1288112 h 1440802"/>
              <a:gd name="connsiteX42" fmla="*/ 1765189 w 2210462"/>
              <a:gd name="connsiteY42" fmla="*/ 1319917 h 1440802"/>
              <a:gd name="connsiteX43" fmla="*/ 1820848 w 2210462"/>
              <a:gd name="connsiteY43" fmla="*/ 1351722 h 1440802"/>
              <a:gd name="connsiteX44" fmla="*/ 1868556 w 2210462"/>
              <a:gd name="connsiteY44" fmla="*/ 1367625 h 1440802"/>
              <a:gd name="connsiteX45" fmla="*/ 1892410 w 2210462"/>
              <a:gd name="connsiteY45" fmla="*/ 1375576 h 1440802"/>
              <a:gd name="connsiteX46" fmla="*/ 2083241 w 2210462"/>
              <a:gd name="connsiteY46" fmla="*/ 1391478 h 1440802"/>
              <a:gd name="connsiteX47" fmla="*/ 2107095 w 2210462"/>
              <a:gd name="connsiteY47" fmla="*/ 1399430 h 1440802"/>
              <a:gd name="connsiteX48" fmla="*/ 2154803 w 2210462"/>
              <a:gd name="connsiteY48" fmla="*/ 1439186 h 1440802"/>
              <a:gd name="connsiteX49" fmla="*/ 2210462 w 2210462"/>
              <a:gd name="connsiteY49" fmla="*/ 1439186 h 1440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2210462" h="1440802">
                <a:moveTo>
                  <a:pt x="0" y="0"/>
                </a:moveTo>
                <a:cubicBezTo>
                  <a:pt x="18403" y="5258"/>
                  <a:pt x="57037" y="15426"/>
                  <a:pt x="79513" y="23854"/>
                </a:cubicBezTo>
                <a:cubicBezTo>
                  <a:pt x="103012" y="32666"/>
                  <a:pt x="143101" y="50883"/>
                  <a:pt x="166977" y="55659"/>
                </a:cubicBezTo>
                <a:cubicBezTo>
                  <a:pt x="180229" y="58310"/>
                  <a:pt x="193695" y="60055"/>
                  <a:pt x="206734" y="63611"/>
                </a:cubicBezTo>
                <a:cubicBezTo>
                  <a:pt x="222906" y="68022"/>
                  <a:pt x="254441" y="79513"/>
                  <a:pt x="254441" y="79513"/>
                </a:cubicBezTo>
                <a:cubicBezTo>
                  <a:pt x="291547" y="76863"/>
                  <a:pt x="328814" y="75908"/>
                  <a:pt x="365760" y="71562"/>
                </a:cubicBezTo>
                <a:cubicBezTo>
                  <a:pt x="374084" y="70583"/>
                  <a:pt x="381233" y="63611"/>
                  <a:pt x="389614" y="63611"/>
                </a:cubicBezTo>
                <a:cubicBezTo>
                  <a:pt x="442689" y="63611"/>
                  <a:pt x="495631" y="68912"/>
                  <a:pt x="548640" y="71562"/>
                </a:cubicBezTo>
                <a:lnTo>
                  <a:pt x="596347" y="103367"/>
                </a:lnTo>
                <a:cubicBezTo>
                  <a:pt x="604298" y="108668"/>
                  <a:pt x="611135" y="116248"/>
                  <a:pt x="620201" y="119270"/>
                </a:cubicBezTo>
                <a:lnTo>
                  <a:pt x="644055" y="127221"/>
                </a:lnTo>
                <a:cubicBezTo>
                  <a:pt x="724502" y="115729"/>
                  <a:pt x="728916" y="111325"/>
                  <a:pt x="834887" y="127221"/>
                </a:cubicBezTo>
                <a:cubicBezTo>
                  <a:pt x="844338" y="128639"/>
                  <a:pt x="850790" y="137823"/>
                  <a:pt x="858741" y="143124"/>
                </a:cubicBezTo>
                <a:cubicBezTo>
                  <a:pt x="901144" y="206731"/>
                  <a:pt x="845492" y="129876"/>
                  <a:pt x="898497" y="182880"/>
                </a:cubicBezTo>
                <a:cubicBezTo>
                  <a:pt x="905254" y="189637"/>
                  <a:pt x="908051" y="199591"/>
                  <a:pt x="914400" y="206734"/>
                </a:cubicBezTo>
                <a:cubicBezTo>
                  <a:pt x="929341" y="223543"/>
                  <a:pt x="946205" y="238539"/>
                  <a:pt x="962107" y="254442"/>
                </a:cubicBezTo>
                <a:cubicBezTo>
                  <a:pt x="970058" y="262393"/>
                  <a:pt x="979723" y="268940"/>
                  <a:pt x="985961" y="278296"/>
                </a:cubicBezTo>
                <a:lnTo>
                  <a:pt x="1001864" y="302150"/>
                </a:lnTo>
                <a:cubicBezTo>
                  <a:pt x="1004514" y="339256"/>
                  <a:pt x="1004297" y="376679"/>
                  <a:pt x="1009815" y="413468"/>
                </a:cubicBezTo>
                <a:cubicBezTo>
                  <a:pt x="1012302" y="430045"/>
                  <a:pt x="1020417" y="445273"/>
                  <a:pt x="1025718" y="461176"/>
                </a:cubicBezTo>
                <a:lnTo>
                  <a:pt x="1041621" y="508884"/>
                </a:lnTo>
                <a:cubicBezTo>
                  <a:pt x="1046922" y="522136"/>
                  <a:pt x="1051140" y="535874"/>
                  <a:pt x="1057523" y="548640"/>
                </a:cubicBezTo>
                <a:cubicBezTo>
                  <a:pt x="1087677" y="608949"/>
                  <a:pt x="1074310" y="566607"/>
                  <a:pt x="1097280" y="620202"/>
                </a:cubicBezTo>
                <a:cubicBezTo>
                  <a:pt x="1100582" y="627906"/>
                  <a:pt x="1101929" y="636352"/>
                  <a:pt x="1105231" y="644056"/>
                </a:cubicBezTo>
                <a:cubicBezTo>
                  <a:pt x="1109900" y="654951"/>
                  <a:pt x="1116465" y="664966"/>
                  <a:pt x="1121134" y="675861"/>
                </a:cubicBezTo>
                <a:cubicBezTo>
                  <a:pt x="1124436" y="683565"/>
                  <a:pt x="1125784" y="692011"/>
                  <a:pt x="1129085" y="699715"/>
                </a:cubicBezTo>
                <a:cubicBezTo>
                  <a:pt x="1133754" y="710610"/>
                  <a:pt x="1140585" y="720515"/>
                  <a:pt x="1144987" y="731520"/>
                </a:cubicBezTo>
                <a:cubicBezTo>
                  <a:pt x="1168207" y="789570"/>
                  <a:pt x="1150026" y="768837"/>
                  <a:pt x="1184744" y="818985"/>
                </a:cubicBezTo>
                <a:cubicBezTo>
                  <a:pt x="1199831" y="840777"/>
                  <a:pt x="1217751" y="860542"/>
                  <a:pt x="1232452" y="882595"/>
                </a:cubicBezTo>
                <a:cubicBezTo>
                  <a:pt x="1237753" y="890546"/>
                  <a:pt x="1242236" y="899108"/>
                  <a:pt x="1248354" y="906449"/>
                </a:cubicBezTo>
                <a:cubicBezTo>
                  <a:pt x="1306157" y="975814"/>
                  <a:pt x="1236495" y="878716"/>
                  <a:pt x="1296062" y="962108"/>
                </a:cubicBezTo>
                <a:cubicBezTo>
                  <a:pt x="1310324" y="982074"/>
                  <a:pt x="1317882" y="994469"/>
                  <a:pt x="1327867" y="1017767"/>
                </a:cubicBezTo>
                <a:cubicBezTo>
                  <a:pt x="1331169" y="1025471"/>
                  <a:pt x="1332071" y="1034124"/>
                  <a:pt x="1335819" y="1041621"/>
                </a:cubicBezTo>
                <a:cubicBezTo>
                  <a:pt x="1340093" y="1050168"/>
                  <a:pt x="1347447" y="1056928"/>
                  <a:pt x="1351721" y="1065475"/>
                </a:cubicBezTo>
                <a:cubicBezTo>
                  <a:pt x="1355469" y="1072972"/>
                  <a:pt x="1355925" y="1081832"/>
                  <a:pt x="1359673" y="1089329"/>
                </a:cubicBezTo>
                <a:cubicBezTo>
                  <a:pt x="1374279" y="1118541"/>
                  <a:pt x="1383900" y="1117593"/>
                  <a:pt x="1407381" y="1144988"/>
                </a:cubicBezTo>
                <a:cubicBezTo>
                  <a:pt x="1433635" y="1175618"/>
                  <a:pt x="1411684" y="1165121"/>
                  <a:pt x="1447137" y="1192696"/>
                </a:cubicBezTo>
                <a:cubicBezTo>
                  <a:pt x="1462224" y="1204430"/>
                  <a:pt x="1476713" y="1218457"/>
                  <a:pt x="1494845" y="1224501"/>
                </a:cubicBezTo>
                <a:cubicBezTo>
                  <a:pt x="1539432" y="1239363"/>
                  <a:pt x="1510572" y="1230421"/>
                  <a:pt x="1582309" y="1248355"/>
                </a:cubicBezTo>
                <a:cubicBezTo>
                  <a:pt x="1592911" y="1251005"/>
                  <a:pt x="1603398" y="1254163"/>
                  <a:pt x="1614114" y="1256306"/>
                </a:cubicBezTo>
                <a:cubicBezTo>
                  <a:pt x="1662090" y="1265902"/>
                  <a:pt x="1641050" y="1259984"/>
                  <a:pt x="1677725" y="1272209"/>
                </a:cubicBezTo>
                <a:cubicBezTo>
                  <a:pt x="1685676" y="1277510"/>
                  <a:pt x="1693190" y="1283536"/>
                  <a:pt x="1701579" y="1288112"/>
                </a:cubicBezTo>
                <a:cubicBezTo>
                  <a:pt x="1722390" y="1299464"/>
                  <a:pt x="1745464" y="1306768"/>
                  <a:pt x="1765189" y="1319917"/>
                </a:cubicBezTo>
                <a:cubicBezTo>
                  <a:pt x="1786703" y="1334259"/>
                  <a:pt x="1795631" y="1341635"/>
                  <a:pt x="1820848" y="1351722"/>
                </a:cubicBezTo>
                <a:cubicBezTo>
                  <a:pt x="1836412" y="1357948"/>
                  <a:pt x="1852653" y="1362324"/>
                  <a:pt x="1868556" y="1367625"/>
                </a:cubicBezTo>
                <a:cubicBezTo>
                  <a:pt x="1876507" y="1370275"/>
                  <a:pt x="1884053" y="1374933"/>
                  <a:pt x="1892410" y="1375576"/>
                </a:cubicBezTo>
                <a:cubicBezTo>
                  <a:pt x="2024966" y="1385772"/>
                  <a:pt x="1961361" y="1380398"/>
                  <a:pt x="2083241" y="1391478"/>
                </a:cubicBezTo>
                <a:cubicBezTo>
                  <a:pt x="2091192" y="1394129"/>
                  <a:pt x="2100121" y="1394781"/>
                  <a:pt x="2107095" y="1399430"/>
                </a:cubicBezTo>
                <a:cubicBezTo>
                  <a:pt x="2120494" y="1408363"/>
                  <a:pt x="2136220" y="1435470"/>
                  <a:pt x="2154803" y="1439186"/>
                </a:cubicBezTo>
                <a:cubicBezTo>
                  <a:pt x="2172996" y="1442824"/>
                  <a:pt x="2191909" y="1439186"/>
                  <a:pt x="2210462" y="143918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A8D12C7-BCBD-4AC0-60AC-884C7EDDEC98}"/>
              </a:ext>
            </a:extLst>
          </p:cNvPr>
          <p:cNvCxnSpPr>
            <a:cxnSpLocks/>
          </p:cNvCxnSpPr>
          <p:nvPr/>
        </p:nvCxnSpPr>
        <p:spPr>
          <a:xfrm flipV="1">
            <a:off x="1025718" y="2353586"/>
            <a:ext cx="0" cy="17651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0FDD7DD1-32DD-C4F0-74E2-5F9357289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397" y="4291054"/>
            <a:ext cx="203200" cy="1524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0BB5C02-582E-3837-450F-98D284C37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6619" y="4303643"/>
            <a:ext cx="203200" cy="1524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4038EBB5-297A-64A0-0C40-2385D7D4EF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8113" y="4298012"/>
            <a:ext cx="228600" cy="1905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5E4950C-1811-E191-92C7-516B71C32D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3649" y="4073168"/>
            <a:ext cx="114300" cy="1270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009D0AB8-0C9E-1C3A-B0F0-B1D465260B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618" y="2117199"/>
            <a:ext cx="114300" cy="1905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1BCF3F27-45FC-1A07-5268-C83539C463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4807" y="1573364"/>
            <a:ext cx="203200" cy="2286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3B443BF-89EF-041A-574A-1156D1C44A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32222" y="3028453"/>
            <a:ext cx="203200" cy="2286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E9993A6A-D563-8543-2E2F-F52A0BFD847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23745" y="2745409"/>
            <a:ext cx="228600" cy="254000"/>
          </a:xfrm>
          <a:prstGeom prst="rect">
            <a:avLst/>
          </a:prstGeom>
        </p:spPr>
      </p:pic>
      <p:sp>
        <p:nvSpPr>
          <p:cNvPr id="39" name="Right Arrow 38">
            <a:extLst>
              <a:ext uri="{FF2B5EF4-FFF2-40B4-BE49-F238E27FC236}">
                <a16:creationId xmlns:a16="http://schemas.microsoft.com/office/drawing/2014/main" id="{9CE93C9B-240D-92C3-6F0C-2A86BB95B6EC}"/>
              </a:ext>
            </a:extLst>
          </p:cNvPr>
          <p:cNvSpPr/>
          <p:nvPr/>
        </p:nvSpPr>
        <p:spPr>
          <a:xfrm>
            <a:off x="1566407" y="2824040"/>
            <a:ext cx="524613" cy="26104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A5E2F0DB-F32C-6B31-05F5-069A6AA687CE}"/>
              </a:ext>
            </a:extLst>
          </p:cNvPr>
          <p:cNvSpPr/>
          <p:nvPr/>
        </p:nvSpPr>
        <p:spPr>
          <a:xfrm>
            <a:off x="5296322" y="3614540"/>
            <a:ext cx="301396" cy="1384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79BA50C0-375D-850C-F9E5-B46AE82405A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94905" y="3632697"/>
            <a:ext cx="203200" cy="1651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44D2A6CE-BFA4-2CE3-475F-4CF5BD02853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43939" y="2877324"/>
            <a:ext cx="190500" cy="16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635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colored lines and numbers&#10;&#10;AI-generated content may be incorrect.">
            <a:extLst>
              <a:ext uri="{FF2B5EF4-FFF2-40B4-BE49-F238E27FC236}">
                <a16:creationId xmlns:a16="http://schemas.microsoft.com/office/drawing/2014/main" id="{C3E905AC-576F-50DC-B1C2-F0F534D57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77724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209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graph with a red line and blue line&#10;&#10;AI-generated content may be incorrect.">
            <a:extLst>
              <a:ext uri="{FF2B5EF4-FFF2-40B4-BE49-F238E27FC236}">
                <a16:creationId xmlns:a16="http://schemas.microsoft.com/office/drawing/2014/main" id="{F646CABE-117C-8132-7A34-A574E4F51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43" y="380337"/>
            <a:ext cx="7772400" cy="51816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A6AF9F2-6E1C-FF83-2F08-3FCA4268A2AC}"/>
              </a:ext>
            </a:extLst>
          </p:cNvPr>
          <p:cNvSpPr/>
          <p:nvPr/>
        </p:nvSpPr>
        <p:spPr>
          <a:xfrm>
            <a:off x="3132813" y="1295400"/>
            <a:ext cx="715618" cy="322889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3C8E38F5-9F81-DA9C-CA89-B93E66F010D8}"/>
              </a:ext>
            </a:extLst>
          </p:cNvPr>
          <p:cNvSpPr/>
          <p:nvPr/>
        </p:nvSpPr>
        <p:spPr>
          <a:xfrm>
            <a:off x="1264257" y="1296063"/>
            <a:ext cx="1057524" cy="3236181"/>
          </a:xfrm>
          <a:custGeom>
            <a:avLst/>
            <a:gdLst>
              <a:gd name="connsiteX0" fmla="*/ 0 w 1423284"/>
              <a:gd name="connsiteY0" fmla="*/ 3355450 h 3355450"/>
              <a:gd name="connsiteX1" fmla="*/ 166978 w 1423284"/>
              <a:gd name="connsiteY1" fmla="*/ 1852654 h 3355450"/>
              <a:gd name="connsiteX2" fmla="*/ 572494 w 1423284"/>
              <a:gd name="connsiteY2" fmla="*/ 755374 h 3355450"/>
              <a:gd name="connsiteX3" fmla="*/ 1049573 w 1423284"/>
              <a:gd name="connsiteY3" fmla="*/ 0 h 3355450"/>
              <a:gd name="connsiteX4" fmla="*/ 1423284 w 1423284"/>
              <a:gd name="connsiteY4" fmla="*/ 0 h 3355450"/>
              <a:gd name="connsiteX5" fmla="*/ 1415333 w 1423284"/>
              <a:gd name="connsiteY5" fmla="*/ 3220278 h 3355450"/>
              <a:gd name="connsiteX6" fmla="*/ 0 w 1423284"/>
              <a:gd name="connsiteY6" fmla="*/ 3220278 h 3355450"/>
              <a:gd name="connsiteX0" fmla="*/ 0 w 1423284"/>
              <a:gd name="connsiteY0" fmla="*/ 3355450 h 3355450"/>
              <a:gd name="connsiteX1" fmla="*/ 166978 w 1423284"/>
              <a:gd name="connsiteY1" fmla="*/ 1852654 h 3355450"/>
              <a:gd name="connsiteX2" fmla="*/ 572494 w 1423284"/>
              <a:gd name="connsiteY2" fmla="*/ 755374 h 3355450"/>
              <a:gd name="connsiteX3" fmla="*/ 1049573 w 1423284"/>
              <a:gd name="connsiteY3" fmla="*/ 0 h 3355450"/>
              <a:gd name="connsiteX4" fmla="*/ 1423284 w 1423284"/>
              <a:gd name="connsiteY4" fmla="*/ 0 h 3355450"/>
              <a:gd name="connsiteX5" fmla="*/ 1415333 w 1423284"/>
              <a:gd name="connsiteY5" fmla="*/ 3220278 h 3355450"/>
              <a:gd name="connsiteX6" fmla="*/ 0 w 1423284"/>
              <a:gd name="connsiteY6" fmla="*/ 3220278 h 3355450"/>
              <a:gd name="connsiteX0" fmla="*/ 0 w 1423284"/>
              <a:gd name="connsiteY0" fmla="*/ 3355450 h 3355450"/>
              <a:gd name="connsiteX1" fmla="*/ 166978 w 1423284"/>
              <a:gd name="connsiteY1" fmla="*/ 1852654 h 3355450"/>
              <a:gd name="connsiteX2" fmla="*/ 572494 w 1423284"/>
              <a:gd name="connsiteY2" fmla="*/ 755374 h 3355450"/>
              <a:gd name="connsiteX3" fmla="*/ 1049573 w 1423284"/>
              <a:gd name="connsiteY3" fmla="*/ 0 h 3355450"/>
              <a:gd name="connsiteX4" fmla="*/ 1423284 w 1423284"/>
              <a:gd name="connsiteY4" fmla="*/ 0 h 3355450"/>
              <a:gd name="connsiteX5" fmla="*/ 1415333 w 1423284"/>
              <a:gd name="connsiteY5" fmla="*/ 3220278 h 3355450"/>
              <a:gd name="connsiteX6" fmla="*/ 0 w 1423284"/>
              <a:gd name="connsiteY6" fmla="*/ 3220278 h 3355450"/>
              <a:gd name="connsiteX0" fmla="*/ 0 w 1423284"/>
              <a:gd name="connsiteY0" fmla="*/ 3355450 h 3355450"/>
              <a:gd name="connsiteX1" fmla="*/ 166978 w 1423284"/>
              <a:gd name="connsiteY1" fmla="*/ 1852654 h 3355450"/>
              <a:gd name="connsiteX2" fmla="*/ 572494 w 1423284"/>
              <a:gd name="connsiteY2" fmla="*/ 755374 h 3355450"/>
              <a:gd name="connsiteX3" fmla="*/ 1049573 w 1423284"/>
              <a:gd name="connsiteY3" fmla="*/ 0 h 3355450"/>
              <a:gd name="connsiteX4" fmla="*/ 1423284 w 1423284"/>
              <a:gd name="connsiteY4" fmla="*/ 0 h 3355450"/>
              <a:gd name="connsiteX5" fmla="*/ 1415333 w 1423284"/>
              <a:gd name="connsiteY5" fmla="*/ 3220278 h 3355450"/>
              <a:gd name="connsiteX6" fmla="*/ 0 w 1423284"/>
              <a:gd name="connsiteY6" fmla="*/ 3220278 h 3355450"/>
              <a:gd name="connsiteX0" fmla="*/ 0 w 1423284"/>
              <a:gd name="connsiteY0" fmla="*/ 3212326 h 3220278"/>
              <a:gd name="connsiteX1" fmla="*/ 166978 w 1423284"/>
              <a:gd name="connsiteY1" fmla="*/ 1852654 h 3220278"/>
              <a:gd name="connsiteX2" fmla="*/ 572494 w 1423284"/>
              <a:gd name="connsiteY2" fmla="*/ 755374 h 3220278"/>
              <a:gd name="connsiteX3" fmla="*/ 1049573 w 1423284"/>
              <a:gd name="connsiteY3" fmla="*/ 0 h 3220278"/>
              <a:gd name="connsiteX4" fmla="*/ 1423284 w 1423284"/>
              <a:gd name="connsiteY4" fmla="*/ 0 h 3220278"/>
              <a:gd name="connsiteX5" fmla="*/ 1415333 w 1423284"/>
              <a:gd name="connsiteY5" fmla="*/ 3220278 h 3220278"/>
              <a:gd name="connsiteX6" fmla="*/ 0 w 1423284"/>
              <a:gd name="connsiteY6" fmla="*/ 3220278 h 3220278"/>
              <a:gd name="connsiteX0" fmla="*/ 549 w 1423833"/>
              <a:gd name="connsiteY0" fmla="*/ 3212326 h 3220278"/>
              <a:gd name="connsiteX1" fmla="*/ 167527 w 1423833"/>
              <a:gd name="connsiteY1" fmla="*/ 1852654 h 3220278"/>
              <a:gd name="connsiteX2" fmla="*/ 573043 w 1423833"/>
              <a:gd name="connsiteY2" fmla="*/ 755374 h 3220278"/>
              <a:gd name="connsiteX3" fmla="*/ 1050122 w 1423833"/>
              <a:gd name="connsiteY3" fmla="*/ 0 h 3220278"/>
              <a:gd name="connsiteX4" fmla="*/ 1423833 w 1423833"/>
              <a:gd name="connsiteY4" fmla="*/ 0 h 3220278"/>
              <a:gd name="connsiteX5" fmla="*/ 1415882 w 1423833"/>
              <a:gd name="connsiteY5" fmla="*/ 3220278 h 3220278"/>
              <a:gd name="connsiteX6" fmla="*/ 549 w 1423833"/>
              <a:gd name="connsiteY6" fmla="*/ 3220278 h 3220278"/>
              <a:gd name="connsiteX0" fmla="*/ 549 w 1423833"/>
              <a:gd name="connsiteY0" fmla="*/ 3212326 h 3220278"/>
              <a:gd name="connsiteX1" fmla="*/ 167527 w 1423833"/>
              <a:gd name="connsiteY1" fmla="*/ 1852654 h 3220278"/>
              <a:gd name="connsiteX2" fmla="*/ 573043 w 1423833"/>
              <a:gd name="connsiteY2" fmla="*/ 755374 h 3220278"/>
              <a:gd name="connsiteX3" fmla="*/ 1050122 w 1423833"/>
              <a:gd name="connsiteY3" fmla="*/ 0 h 3220278"/>
              <a:gd name="connsiteX4" fmla="*/ 1423833 w 1423833"/>
              <a:gd name="connsiteY4" fmla="*/ 0 h 3220278"/>
              <a:gd name="connsiteX5" fmla="*/ 1415882 w 1423833"/>
              <a:gd name="connsiteY5" fmla="*/ 3220278 h 3220278"/>
              <a:gd name="connsiteX6" fmla="*/ 549 w 1423833"/>
              <a:gd name="connsiteY6" fmla="*/ 3220278 h 3220278"/>
              <a:gd name="connsiteX0" fmla="*/ 549 w 1415882"/>
              <a:gd name="connsiteY0" fmla="*/ 3212326 h 3220278"/>
              <a:gd name="connsiteX1" fmla="*/ 167527 w 1415882"/>
              <a:gd name="connsiteY1" fmla="*/ 1852654 h 3220278"/>
              <a:gd name="connsiteX2" fmla="*/ 573043 w 1415882"/>
              <a:gd name="connsiteY2" fmla="*/ 755374 h 3220278"/>
              <a:gd name="connsiteX3" fmla="*/ 1050122 w 1415882"/>
              <a:gd name="connsiteY3" fmla="*/ 0 h 3220278"/>
              <a:gd name="connsiteX4" fmla="*/ 1415882 w 1415882"/>
              <a:gd name="connsiteY4" fmla="*/ 3220278 h 3220278"/>
              <a:gd name="connsiteX5" fmla="*/ 549 w 1415882"/>
              <a:gd name="connsiteY5" fmla="*/ 3220278 h 3220278"/>
              <a:gd name="connsiteX0" fmla="*/ 549 w 1050122"/>
              <a:gd name="connsiteY0" fmla="*/ 3212326 h 3228230"/>
              <a:gd name="connsiteX1" fmla="*/ 167527 w 1050122"/>
              <a:gd name="connsiteY1" fmla="*/ 1852654 h 3228230"/>
              <a:gd name="connsiteX2" fmla="*/ 573043 w 1050122"/>
              <a:gd name="connsiteY2" fmla="*/ 755374 h 3228230"/>
              <a:gd name="connsiteX3" fmla="*/ 1050122 w 1050122"/>
              <a:gd name="connsiteY3" fmla="*/ 0 h 3228230"/>
              <a:gd name="connsiteX4" fmla="*/ 994462 w 1050122"/>
              <a:gd name="connsiteY4" fmla="*/ 3228230 h 3228230"/>
              <a:gd name="connsiteX5" fmla="*/ 549 w 1050122"/>
              <a:gd name="connsiteY5" fmla="*/ 3220278 h 3228230"/>
              <a:gd name="connsiteX0" fmla="*/ 549 w 1058073"/>
              <a:gd name="connsiteY0" fmla="*/ 3212326 h 3236181"/>
              <a:gd name="connsiteX1" fmla="*/ 167527 w 1058073"/>
              <a:gd name="connsiteY1" fmla="*/ 1852654 h 3236181"/>
              <a:gd name="connsiteX2" fmla="*/ 573043 w 1058073"/>
              <a:gd name="connsiteY2" fmla="*/ 755374 h 3236181"/>
              <a:gd name="connsiteX3" fmla="*/ 1050122 w 1058073"/>
              <a:gd name="connsiteY3" fmla="*/ 0 h 3236181"/>
              <a:gd name="connsiteX4" fmla="*/ 1058073 w 1058073"/>
              <a:gd name="connsiteY4" fmla="*/ 3236181 h 3236181"/>
              <a:gd name="connsiteX5" fmla="*/ 549 w 1058073"/>
              <a:gd name="connsiteY5" fmla="*/ 3220278 h 3236181"/>
              <a:gd name="connsiteX0" fmla="*/ 0 w 1057524"/>
              <a:gd name="connsiteY0" fmla="*/ 3212326 h 3236181"/>
              <a:gd name="connsiteX1" fmla="*/ 572494 w 1057524"/>
              <a:gd name="connsiteY1" fmla="*/ 755374 h 3236181"/>
              <a:gd name="connsiteX2" fmla="*/ 1049573 w 1057524"/>
              <a:gd name="connsiteY2" fmla="*/ 0 h 3236181"/>
              <a:gd name="connsiteX3" fmla="*/ 1057524 w 1057524"/>
              <a:gd name="connsiteY3" fmla="*/ 3236181 h 3236181"/>
              <a:gd name="connsiteX4" fmla="*/ 0 w 1057524"/>
              <a:gd name="connsiteY4" fmla="*/ 3220278 h 3236181"/>
              <a:gd name="connsiteX0" fmla="*/ 0 w 1057524"/>
              <a:gd name="connsiteY0" fmla="*/ 3212330 h 3236185"/>
              <a:gd name="connsiteX1" fmla="*/ 1049573 w 1057524"/>
              <a:gd name="connsiteY1" fmla="*/ 4 h 3236185"/>
              <a:gd name="connsiteX2" fmla="*/ 1057524 w 1057524"/>
              <a:gd name="connsiteY2" fmla="*/ 3236185 h 3236185"/>
              <a:gd name="connsiteX3" fmla="*/ 0 w 1057524"/>
              <a:gd name="connsiteY3" fmla="*/ 3220282 h 3236185"/>
              <a:gd name="connsiteX0" fmla="*/ 0 w 1057524"/>
              <a:gd name="connsiteY0" fmla="*/ 3212326 h 3236181"/>
              <a:gd name="connsiteX1" fmla="*/ 1049573 w 1057524"/>
              <a:gd name="connsiteY1" fmla="*/ 0 h 3236181"/>
              <a:gd name="connsiteX2" fmla="*/ 1057524 w 1057524"/>
              <a:gd name="connsiteY2" fmla="*/ 3236181 h 3236181"/>
              <a:gd name="connsiteX3" fmla="*/ 0 w 1057524"/>
              <a:gd name="connsiteY3" fmla="*/ 3220278 h 3236181"/>
              <a:gd name="connsiteX0" fmla="*/ 0 w 1057524"/>
              <a:gd name="connsiteY0" fmla="*/ 3212326 h 3236181"/>
              <a:gd name="connsiteX1" fmla="*/ 1049573 w 1057524"/>
              <a:gd name="connsiteY1" fmla="*/ 0 h 3236181"/>
              <a:gd name="connsiteX2" fmla="*/ 1057524 w 1057524"/>
              <a:gd name="connsiteY2" fmla="*/ 3236181 h 3236181"/>
              <a:gd name="connsiteX3" fmla="*/ 95415 w 1057524"/>
              <a:gd name="connsiteY3" fmla="*/ 3228229 h 3236181"/>
              <a:gd name="connsiteX0" fmla="*/ 0 w 1057524"/>
              <a:gd name="connsiteY0" fmla="*/ 3212326 h 3236181"/>
              <a:gd name="connsiteX1" fmla="*/ 1049573 w 1057524"/>
              <a:gd name="connsiteY1" fmla="*/ 0 h 3236181"/>
              <a:gd name="connsiteX2" fmla="*/ 1057524 w 1057524"/>
              <a:gd name="connsiteY2" fmla="*/ 3236181 h 3236181"/>
              <a:gd name="connsiteX3" fmla="*/ 95415 w 1057524"/>
              <a:gd name="connsiteY3" fmla="*/ 3228229 h 3236181"/>
              <a:gd name="connsiteX0" fmla="*/ 0 w 1057524"/>
              <a:gd name="connsiteY0" fmla="*/ 3212326 h 3236181"/>
              <a:gd name="connsiteX1" fmla="*/ 1049573 w 1057524"/>
              <a:gd name="connsiteY1" fmla="*/ 0 h 3236181"/>
              <a:gd name="connsiteX2" fmla="*/ 1057524 w 1057524"/>
              <a:gd name="connsiteY2" fmla="*/ 3236181 h 3236181"/>
              <a:gd name="connsiteX3" fmla="*/ 95415 w 1057524"/>
              <a:gd name="connsiteY3" fmla="*/ 3228229 h 3236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7524" h="3236181">
                <a:moveTo>
                  <a:pt x="0" y="3212326"/>
                </a:moveTo>
                <a:cubicBezTo>
                  <a:pt x="3976" y="2256845"/>
                  <a:pt x="292873" y="950181"/>
                  <a:pt x="1049573" y="0"/>
                </a:cubicBezTo>
                <a:cubicBezTo>
                  <a:pt x="1052223" y="1078727"/>
                  <a:pt x="1054874" y="2157454"/>
                  <a:pt x="1057524" y="3236181"/>
                </a:cubicBezTo>
                <a:lnTo>
                  <a:pt x="95415" y="3228229"/>
                </a:ln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12F23A4E-6FCA-5DAC-CF9C-EBF10C4E8430}"/>
              </a:ext>
            </a:extLst>
          </p:cNvPr>
          <p:cNvSpPr/>
          <p:nvPr/>
        </p:nvSpPr>
        <p:spPr>
          <a:xfrm>
            <a:off x="1367624" y="1304014"/>
            <a:ext cx="1065475" cy="3204376"/>
          </a:xfrm>
          <a:custGeom>
            <a:avLst/>
            <a:gdLst>
              <a:gd name="connsiteX0" fmla="*/ 1065475 w 1065475"/>
              <a:gd name="connsiteY0" fmla="*/ 0 h 3204376"/>
              <a:gd name="connsiteX1" fmla="*/ 1065475 w 1065475"/>
              <a:gd name="connsiteY1" fmla="*/ 3204376 h 3204376"/>
              <a:gd name="connsiteX2" fmla="*/ 0 w 1065475"/>
              <a:gd name="connsiteY2" fmla="*/ 3204376 h 3204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65475" h="3204376">
                <a:moveTo>
                  <a:pt x="1065475" y="0"/>
                </a:moveTo>
                <a:lnTo>
                  <a:pt x="1065475" y="3204376"/>
                </a:lnTo>
                <a:lnTo>
                  <a:pt x="0" y="3204376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921D999-28FF-0ACD-B6CB-6CC3AE0B3151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1367624" y="4508390"/>
            <a:ext cx="2480807" cy="79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F2C9DFB-E184-E274-6306-5959C7916570}"/>
              </a:ext>
            </a:extLst>
          </p:cNvPr>
          <p:cNvSpPr txBox="1"/>
          <p:nvPr/>
        </p:nvSpPr>
        <p:spPr>
          <a:xfrm>
            <a:off x="2655733" y="4468629"/>
            <a:ext cx="308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D3CDE3-19E7-B7C7-8100-DF64DC0414F0}"/>
              </a:ext>
            </a:extLst>
          </p:cNvPr>
          <p:cNvSpPr txBox="1"/>
          <p:nvPr/>
        </p:nvSpPr>
        <p:spPr>
          <a:xfrm>
            <a:off x="1329191" y="4477906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FDAB1F-FE00-89DF-2600-3B413AD8AA38}"/>
              </a:ext>
            </a:extLst>
          </p:cNvPr>
          <p:cNvSpPr txBox="1"/>
          <p:nvPr/>
        </p:nvSpPr>
        <p:spPr>
          <a:xfrm>
            <a:off x="2975110" y="4469959"/>
            <a:ext cx="3321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E’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15E878-0E8F-90C8-E8CA-BACBA7A60C3D}"/>
              </a:ext>
            </a:extLst>
          </p:cNvPr>
          <p:cNvSpPr txBox="1"/>
          <p:nvPr/>
        </p:nvSpPr>
        <p:spPr>
          <a:xfrm>
            <a:off x="1981202" y="446200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0B7AC3-34A1-3A73-8EF7-8494E24418FD}"/>
              </a:ext>
            </a:extLst>
          </p:cNvPr>
          <p:cNvSpPr txBox="1"/>
          <p:nvPr/>
        </p:nvSpPr>
        <p:spPr>
          <a:xfrm>
            <a:off x="3707956" y="4463338"/>
            <a:ext cx="3561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D’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59E6F5-5BB2-99E9-DE3B-97C5556A690E}"/>
              </a:ext>
            </a:extLst>
          </p:cNvPr>
          <p:cNvSpPr txBox="1"/>
          <p:nvPr/>
        </p:nvSpPr>
        <p:spPr>
          <a:xfrm>
            <a:off x="3143412" y="1012469"/>
            <a:ext cx="2327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’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A69209-E146-557A-C594-22324932DAE7}"/>
              </a:ext>
            </a:extLst>
          </p:cNvPr>
          <p:cNvSpPr txBox="1"/>
          <p:nvPr/>
        </p:nvSpPr>
        <p:spPr>
          <a:xfrm>
            <a:off x="3866980" y="1020421"/>
            <a:ext cx="2327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6E216D-5321-B2EB-3C92-CBF8530E385C}"/>
              </a:ext>
            </a:extLst>
          </p:cNvPr>
          <p:cNvSpPr txBox="1"/>
          <p:nvPr/>
        </p:nvSpPr>
        <p:spPr>
          <a:xfrm>
            <a:off x="2413215" y="1013796"/>
            <a:ext cx="2327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’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6AD7C9-5FED-4709-6FD8-5C2BF588FBAC}"/>
              </a:ext>
            </a:extLst>
          </p:cNvPr>
          <p:cNvSpPr txBox="1"/>
          <p:nvPr/>
        </p:nvSpPr>
        <p:spPr>
          <a:xfrm>
            <a:off x="3330160" y="2570919"/>
            <a:ext cx="3777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10BA0B-71D0-5056-0B20-66A06F637BCC}"/>
              </a:ext>
            </a:extLst>
          </p:cNvPr>
          <p:cNvSpPr txBox="1"/>
          <p:nvPr/>
        </p:nvSpPr>
        <p:spPr>
          <a:xfrm>
            <a:off x="1511964" y="1577006"/>
            <a:ext cx="3777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8AEE1760-8A79-C9C3-5FAE-E7F09B82F332}"/>
              </a:ext>
            </a:extLst>
          </p:cNvPr>
          <p:cNvSpPr/>
          <p:nvPr/>
        </p:nvSpPr>
        <p:spPr>
          <a:xfrm>
            <a:off x="1375577" y="1280160"/>
            <a:ext cx="1773141" cy="3252083"/>
          </a:xfrm>
          <a:custGeom>
            <a:avLst/>
            <a:gdLst>
              <a:gd name="connsiteX0" fmla="*/ 0 w 1773141"/>
              <a:gd name="connsiteY0" fmla="*/ 3228230 h 3252083"/>
              <a:gd name="connsiteX1" fmla="*/ 1057523 w 1773141"/>
              <a:gd name="connsiteY1" fmla="*/ 0 h 3252083"/>
              <a:gd name="connsiteX2" fmla="*/ 1773141 w 1773141"/>
              <a:gd name="connsiteY2" fmla="*/ 23854 h 3252083"/>
              <a:gd name="connsiteX3" fmla="*/ 1749287 w 1773141"/>
              <a:gd name="connsiteY3" fmla="*/ 3252083 h 3252083"/>
              <a:gd name="connsiteX4" fmla="*/ 0 w 1773141"/>
              <a:gd name="connsiteY4" fmla="*/ 3228230 h 3252083"/>
              <a:gd name="connsiteX0" fmla="*/ 454 w 1773595"/>
              <a:gd name="connsiteY0" fmla="*/ 3228230 h 3252083"/>
              <a:gd name="connsiteX1" fmla="*/ 1057977 w 1773595"/>
              <a:gd name="connsiteY1" fmla="*/ 0 h 3252083"/>
              <a:gd name="connsiteX2" fmla="*/ 1773595 w 1773595"/>
              <a:gd name="connsiteY2" fmla="*/ 23854 h 3252083"/>
              <a:gd name="connsiteX3" fmla="*/ 1749741 w 1773595"/>
              <a:gd name="connsiteY3" fmla="*/ 3252083 h 3252083"/>
              <a:gd name="connsiteX4" fmla="*/ 454 w 1773595"/>
              <a:gd name="connsiteY4" fmla="*/ 3228230 h 3252083"/>
              <a:gd name="connsiteX0" fmla="*/ 411 w 1773552"/>
              <a:gd name="connsiteY0" fmla="*/ 3228230 h 3252083"/>
              <a:gd name="connsiteX1" fmla="*/ 1057934 w 1773552"/>
              <a:gd name="connsiteY1" fmla="*/ 0 h 3252083"/>
              <a:gd name="connsiteX2" fmla="*/ 1773552 w 1773552"/>
              <a:gd name="connsiteY2" fmla="*/ 23854 h 3252083"/>
              <a:gd name="connsiteX3" fmla="*/ 1749698 w 1773552"/>
              <a:gd name="connsiteY3" fmla="*/ 3252083 h 3252083"/>
              <a:gd name="connsiteX4" fmla="*/ 411 w 1773552"/>
              <a:gd name="connsiteY4" fmla="*/ 3228230 h 3252083"/>
              <a:gd name="connsiteX0" fmla="*/ 427 w 1773568"/>
              <a:gd name="connsiteY0" fmla="*/ 3228230 h 3252083"/>
              <a:gd name="connsiteX1" fmla="*/ 1057950 w 1773568"/>
              <a:gd name="connsiteY1" fmla="*/ 0 h 3252083"/>
              <a:gd name="connsiteX2" fmla="*/ 1773568 w 1773568"/>
              <a:gd name="connsiteY2" fmla="*/ 23854 h 3252083"/>
              <a:gd name="connsiteX3" fmla="*/ 1749714 w 1773568"/>
              <a:gd name="connsiteY3" fmla="*/ 3252083 h 3252083"/>
              <a:gd name="connsiteX4" fmla="*/ 427 w 1773568"/>
              <a:gd name="connsiteY4" fmla="*/ 3228230 h 3252083"/>
              <a:gd name="connsiteX0" fmla="*/ 0 w 1773141"/>
              <a:gd name="connsiteY0" fmla="*/ 3228230 h 3252083"/>
              <a:gd name="connsiteX1" fmla="*/ 1057523 w 1773141"/>
              <a:gd name="connsiteY1" fmla="*/ 0 h 3252083"/>
              <a:gd name="connsiteX2" fmla="*/ 1773141 w 1773141"/>
              <a:gd name="connsiteY2" fmla="*/ 23854 h 3252083"/>
              <a:gd name="connsiteX3" fmla="*/ 1749287 w 1773141"/>
              <a:gd name="connsiteY3" fmla="*/ 3252083 h 3252083"/>
              <a:gd name="connsiteX4" fmla="*/ 0 w 1773141"/>
              <a:gd name="connsiteY4" fmla="*/ 3228230 h 3252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73141" h="3252083">
                <a:moveTo>
                  <a:pt x="0" y="3228230"/>
                </a:moveTo>
                <a:cubicBezTo>
                  <a:pt x="18554" y="1420632"/>
                  <a:pt x="752723" y="471778"/>
                  <a:pt x="1057523" y="0"/>
                </a:cubicBezTo>
                <a:lnTo>
                  <a:pt x="1773141" y="23854"/>
                </a:lnTo>
                <a:lnTo>
                  <a:pt x="1749287" y="3252083"/>
                </a:lnTo>
                <a:lnTo>
                  <a:pt x="0" y="322823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  <a:alpha val="62721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958E9C-7391-858B-2F3C-0CF07B4A8084}"/>
              </a:ext>
            </a:extLst>
          </p:cNvPr>
          <p:cNvSpPr txBox="1"/>
          <p:nvPr/>
        </p:nvSpPr>
        <p:spPr>
          <a:xfrm>
            <a:off x="1876394" y="2570919"/>
            <a:ext cx="3777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D5CCDA-4BB5-3E62-BC79-7E486BED2D42}"/>
              </a:ext>
            </a:extLst>
          </p:cNvPr>
          <p:cNvSpPr txBox="1"/>
          <p:nvPr/>
        </p:nvSpPr>
        <p:spPr>
          <a:xfrm>
            <a:off x="2774896" y="2570919"/>
            <a:ext cx="3777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E46A80-FBB3-C060-2217-1A4A2EABD5F8}"/>
              </a:ext>
            </a:extLst>
          </p:cNvPr>
          <p:cNvSpPr txBox="1"/>
          <p:nvPr/>
        </p:nvSpPr>
        <p:spPr>
          <a:xfrm>
            <a:off x="2426366" y="2570919"/>
            <a:ext cx="3777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95996DA-5CB8-D0D4-4710-393A0DBAC64A}"/>
              </a:ext>
            </a:extLst>
          </p:cNvPr>
          <p:cNvSpPr/>
          <p:nvPr/>
        </p:nvSpPr>
        <p:spPr>
          <a:xfrm>
            <a:off x="1367624" y="1296062"/>
            <a:ext cx="1423392" cy="3212328"/>
          </a:xfrm>
          <a:prstGeom prst="rect">
            <a:avLst/>
          </a:prstGeom>
          <a:solidFill>
            <a:schemeClr val="accent1">
              <a:alpha val="28459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6D963FA7-E880-0708-2B2A-6F77A484930B}"/>
              </a:ext>
            </a:extLst>
          </p:cNvPr>
          <p:cNvSpPr/>
          <p:nvPr/>
        </p:nvSpPr>
        <p:spPr>
          <a:xfrm>
            <a:off x="1376839" y="2375338"/>
            <a:ext cx="4109561" cy="2154621"/>
          </a:xfrm>
          <a:custGeom>
            <a:avLst/>
            <a:gdLst>
              <a:gd name="connsiteX0" fmla="*/ 0 w 4109545"/>
              <a:gd name="connsiteY0" fmla="*/ 2133600 h 2154621"/>
              <a:gd name="connsiteX1" fmla="*/ 4109545 w 4109545"/>
              <a:gd name="connsiteY1" fmla="*/ 0 h 2154621"/>
              <a:gd name="connsiteX2" fmla="*/ 4109545 w 4109545"/>
              <a:gd name="connsiteY2" fmla="*/ 2154621 h 2154621"/>
              <a:gd name="connsiteX0" fmla="*/ 0 w 4109545"/>
              <a:gd name="connsiteY0" fmla="*/ 2133600 h 2154621"/>
              <a:gd name="connsiteX1" fmla="*/ 4109545 w 4109545"/>
              <a:gd name="connsiteY1" fmla="*/ 0 h 2154621"/>
              <a:gd name="connsiteX2" fmla="*/ 4109545 w 4109545"/>
              <a:gd name="connsiteY2" fmla="*/ 2154621 h 2154621"/>
              <a:gd name="connsiteX0" fmla="*/ 16 w 4109561"/>
              <a:gd name="connsiteY0" fmla="*/ 2133600 h 2154621"/>
              <a:gd name="connsiteX1" fmla="*/ 4109561 w 4109561"/>
              <a:gd name="connsiteY1" fmla="*/ 0 h 2154621"/>
              <a:gd name="connsiteX2" fmla="*/ 4109561 w 4109561"/>
              <a:gd name="connsiteY2" fmla="*/ 2154621 h 2154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09561" h="2154621">
                <a:moveTo>
                  <a:pt x="16" y="2133600"/>
                </a:moveTo>
                <a:cubicBezTo>
                  <a:pt x="-7674" y="1113642"/>
                  <a:pt x="2609084" y="343065"/>
                  <a:pt x="4109561" y="0"/>
                </a:cubicBezTo>
                <a:lnTo>
                  <a:pt x="4109561" y="2154621"/>
                </a:ln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83963033-2EB9-F1B0-5EE5-C1D0F6F29474}"/>
              </a:ext>
            </a:extLst>
          </p:cNvPr>
          <p:cNvSpPr/>
          <p:nvPr/>
        </p:nvSpPr>
        <p:spPr>
          <a:xfrm>
            <a:off x="1362769" y="3932407"/>
            <a:ext cx="5714925" cy="589766"/>
          </a:xfrm>
          <a:custGeom>
            <a:avLst/>
            <a:gdLst>
              <a:gd name="connsiteX0" fmla="*/ 0 w 4109545"/>
              <a:gd name="connsiteY0" fmla="*/ 2133600 h 2154621"/>
              <a:gd name="connsiteX1" fmla="*/ 4109545 w 4109545"/>
              <a:gd name="connsiteY1" fmla="*/ 0 h 2154621"/>
              <a:gd name="connsiteX2" fmla="*/ 4109545 w 4109545"/>
              <a:gd name="connsiteY2" fmla="*/ 2154621 h 2154621"/>
              <a:gd name="connsiteX0" fmla="*/ 0 w 4109545"/>
              <a:gd name="connsiteY0" fmla="*/ 2133600 h 2154621"/>
              <a:gd name="connsiteX1" fmla="*/ 4109545 w 4109545"/>
              <a:gd name="connsiteY1" fmla="*/ 0 h 2154621"/>
              <a:gd name="connsiteX2" fmla="*/ 4109545 w 4109545"/>
              <a:gd name="connsiteY2" fmla="*/ 2154621 h 2154621"/>
              <a:gd name="connsiteX0" fmla="*/ 16 w 4109561"/>
              <a:gd name="connsiteY0" fmla="*/ 2133600 h 2154621"/>
              <a:gd name="connsiteX1" fmla="*/ 4109561 w 4109561"/>
              <a:gd name="connsiteY1" fmla="*/ 0 h 2154621"/>
              <a:gd name="connsiteX2" fmla="*/ 4109561 w 4109561"/>
              <a:gd name="connsiteY2" fmla="*/ 2154621 h 2154621"/>
              <a:gd name="connsiteX0" fmla="*/ 173 w 4109718"/>
              <a:gd name="connsiteY0" fmla="*/ 2133600 h 2154621"/>
              <a:gd name="connsiteX1" fmla="*/ 4109718 w 4109718"/>
              <a:gd name="connsiteY1" fmla="*/ 0 h 2154621"/>
              <a:gd name="connsiteX2" fmla="*/ 4109718 w 4109718"/>
              <a:gd name="connsiteY2" fmla="*/ 2154621 h 2154621"/>
              <a:gd name="connsiteX0" fmla="*/ 173 w 4109718"/>
              <a:gd name="connsiteY0" fmla="*/ 2133600 h 2133599"/>
              <a:gd name="connsiteX1" fmla="*/ 4109718 w 4109718"/>
              <a:gd name="connsiteY1" fmla="*/ 0 h 213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09718" h="2133599">
                <a:moveTo>
                  <a:pt x="173" y="2133600"/>
                </a:moveTo>
                <a:cubicBezTo>
                  <a:pt x="-24597" y="297375"/>
                  <a:pt x="2609241" y="343065"/>
                  <a:pt x="4109718" y="0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EABF70-3C93-1D25-99C2-E8C863796F64}"/>
              </a:ext>
            </a:extLst>
          </p:cNvPr>
          <p:cNvSpPr txBox="1"/>
          <p:nvPr/>
        </p:nvSpPr>
        <p:spPr>
          <a:xfrm>
            <a:off x="2280745" y="4467261"/>
            <a:ext cx="3321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F’</a:t>
            </a:r>
          </a:p>
        </p:txBody>
      </p:sp>
    </p:spTree>
    <p:extLst>
      <p:ext uri="{BB962C8B-B14F-4D97-AF65-F5344CB8AC3E}">
        <p14:creationId xmlns:p14="http://schemas.microsoft.com/office/powerpoint/2010/main" val="3254186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7F459B41-F8B1-2868-5557-B3F24B758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77724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226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5919</TotalTime>
  <Words>52</Words>
  <Application>Microsoft Macintosh PowerPoint</Application>
  <PresentationFormat>On-screen Show (4:3)</PresentationFormat>
  <Paragraphs>25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Wingdings</vt:lpstr>
      <vt:lpstr>Office Theme</vt:lpstr>
      <vt:lpstr>Kinematic Wave</vt:lpstr>
      <vt:lpstr>PowerPoint Presentation</vt:lpstr>
      <vt:lpstr>Richards vergelijking</vt:lpstr>
      <vt:lpstr>Richards vergelijking</vt:lpstr>
      <vt:lpstr>Exacte oplossing  Staprespons</vt:lpstr>
      <vt:lpstr>Inpusrespons / blokrespons</vt:lpstr>
      <vt:lpstr>Resultaat sterk afhankelijk van    ,</vt:lpstr>
      <vt:lpstr>Kinmatic wave</vt:lpstr>
      <vt:lpstr>Onwikkeling van een staart</vt:lpstr>
      <vt:lpstr>Ontstaan van vochtfronten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Theo Olsthoorn</dc:creator>
  <cp:lastModifiedBy>Theo Olsthoorn</cp:lastModifiedBy>
  <cp:revision>8</cp:revision>
  <dcterms:created xsi:type="dcterms:W3CDTF">2025-09-26T20:15:14Z</dcterms:created>
  <dcterms:modified xsi:type="dcterms:W3CDTF">2026-03-24T13:47:07Z</dcterms:modified>
</cp:coreProperties>
</file>